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57" r:id="rId5"/>
    <p:sldId id="280" r:id="rId6"/>
    <p:sldId id="259" r:id="rId7"/>
    <p:sldId id="279" r:id="rId8"/>
    <p:sldId id="281" r:id="rId9"/>
    <p:sldId id="291" r:id="rId10"/>
    <p:sldId id="295" r:id="rId11"/>
    <p:sldId id="282" r:id="rId12"/>
    <p:sldId id="283" r:id="rId13"/>
    <p:sldId id="284" r:id="rId14"/>
    <p:sldId id="285" r:id="rId15"/>
    <p:sldId id="289" r:id="rId16"/>
    <p:sldId id="290" r:id="rId17"/>
    <p:sldId id="287" r:id="rId18"/>
    <p:sldId id="296" r:id="rId19"/>
    <p:sldId id="292" r:id="rId20"/>
    <p:sldId id="288" r:id="rId21"/>
    <p:sldId id="294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B5B0AC"/>
    <a:srgbClr val="6F6258"/>
    <a:srgbClr val="E5E5E5"/>
    <a:srgbClr val="EC6D86"/>
    <a:srgbClr val="E6005B"/>
    <a:srgbClr val="9E043D"/>
    <a:srgbClr val="BB3F07"/>
    <a:srgbClr val="C7D533"/>
    <a:srgbClr val="821E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57"/>
    <p:restoredTop sz="94711"/>
  </p:normalViewPr>
  <p:slideViewPr>
    <p:cSldViewPr snapToGrid="0" snapToObjects="1">
      <p:cViewPr varScale="1">
        <p:scale>
          <a:sx n="79" d="100"/>
          <a:sy n="79" d="100"/>
        </p:scale>
        <p:origin x="230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iffiths, Matt" userId="18c014a6-2ef6-44de-ae4a-9dd11ceb4840" providerId="ADAL" clId="{4D229DFA-82A8-4426-A5AF-720B9E62A70F}"/>
    <pc:docChg chg="undo custSel modSld">
      <pc:chgData name="Griffiths, Matt" userId="18c014a6-2ef6-44de-ae4a-9dd11ceb4840" providerId="ADAL" clId="{4D229DFA-82A8-4426-A5AF-720B9E62A70F}" dt="2023-07-10T07:05:04.973" v="135"/>
      <pc:docMkLst>
        <pc:docMk/>
      </pc:docMkLst>
      <pc:sldChg chg="modSp">
        <pc:chgData name="Griffiths, Matt" userId="18c014a6-2ef6-44de-ae4a-9dd11ceb4840" providerId="ADAL" clId="{4D229DFA-82A8-4426-A5AF-720B9E62A70F}" dt="2023-04-04T09:47:17.928" v="17" actId="20577"/>
        <pc:sldMkLst>
          <pc:docMk/>
          <pc:sldMk cId="2719722660" sldId="259"/>
        </pc:sldMkLst>
      </pc:sldChg>
      <pc:sldChg chg="modSp modAnim">
        <pc:chgData name="Griffiths, Matt" userId="18c014a6-2ef6-44de-ae4a-9dd11ceb4840" providerId="ADAL" clId="{4D229DFA-82A8-4426-A5AF-720B9E62A70F}" dt="2023-07-10T06:58:46.779" v="117" actId="1076"/>
        <pc:sldMkLst>
          <pc:docMk/>
          <pc:sldMk cId="2625178607" sldId="279"/>
        </pc:sldMkLst>
      </pc:sldChg>
      <pc:sldChg chg="addSp modSp mod modAnim">
        <pc:chgData name="Griffiths, Matt" userId="18c014a6-2ef6-44de-ae4a-9dd11ceb4840" providerId="ADAL" clId="{4D229DFA-82A8-4426-A5AF-720B9E62A70F}" dt="2023-07-10T06:58:57.810" v="119" actId="1076"/>
        <pc:sldMkLst>
          <pc:docMk/>
          <pc:sldMk cId="240090863" sldId="280"/>
        </pc:sldMkLst>
      </pc:sldChg>
      <pc:sldChg chg="modSp mod">
        <pc:chgData name="Griffiths, Matt" userId="18c014a6-2ef6-44de-ae4a-9dd11ceb4840" providerId="ADAL" clId="{4D229DFA-82A8-4426-A5AF-720B9E62A70F}" dt="2023-07-10T06:59:29.782" v="131" actId="20577"/>
        <pc:sldMkLst>
          <pc:docMk/>
          <pc:sldMk cId="1501237194" sldId="283"/>
        </pc:sldMkLst>
      </pc:sldChg>
      <pc:sldChg chg="addSp delSp mod delAnim modAnim">
        <pc:chgData name="Griffiths, Matt" userId="18c014a6-2ef6-44de-ae4a-9dd11ceb4840" providerId="ADAL" clId="{4D229DFA-82A8-4426-A5AF-720B9E62A70F}" dt="2023-07-10T07:05:04.973" v="135"/>
        <pc:sldMkLst>
          <pc:docMk/>
          <pc:sldMk cId="1676475971" sldId="286"/>
        </pc:sldMkLst>
      </pc:sldChg>
      <pc:sldChg chg="addSp delSp modSp mod addAnim delAnim modAnim">
        <pc:chgData name="Griffiths, Matt" userId="18c014a6-2ef6-44de-ae4a-9dd11ceb4840" providerId="ADAL" clId="{4D229DFA-82A8-4426-A5AF-720B9E62A70F}" dt="2023-07-10T07:01:57.954" v="132"/>
        <pc:sldMkLst>
          <pc:docMk/>
          <pc:sldMk cId="2485349825" sldId="288"/>
        </pc:sldMkLst>
      </pc:sldChg>
      <pc:sldChg chg="addSp delSp modSp mod modAnim">
        <pc:chgData name="Griffiths, Matt" userId="18c014a6-2ef6-44de-ae4a-9dd11ceb4840" providerId="ADAL" clId="{4D229DFA-82A8-4426-A5AF-720B9E62A70F}" dt="2023-04-04T09:59:44.219" v="111" actId="1076"/>
        <pc:sldMkLst>
          <pc:docMk/>
          <pc:sldMk cId="2838604606" sldId="289"/>
        </pc:sldMkLst>
      </pc:sldChg>
    </pc:docChg>
  </pc:docChgLst>
  <pc:docChgLst>
    <pc:chgData name="Griffiths, Matt" userId="18c014a6-2ef6-44de-ae4a-9dd11ceb4840" providerId="ADAL" clId="{0EB1F7FF-BCD2-44DD-96BD-3DB590D3F938}"/>
    <pc:docChg chg="custSel delSld modSld">
      <pc:chgData name="Griffiths, Matt" userId="18c014a6-2ef6-44de-ae4a-9dd11ceb4840" providerId="ADAL" clId="{0EB1F7FF-BCD2-44DD-96BD-3DB590D3F938}" dt="2025-10-10T08:43:34.277" v="43"/>
      <pc:docMkLst>
        <pc:docMk/>
      </pc:docMkLst>
      <pc:sldChg chg="modSp mod">
        <pc:chgData name="Griffiths, Matt" userId="18c014a6-2ef6-44de-ae4a-9dd11ceb4840" providerId="ADAL" clId="{0EB1F7FF-BCD2-44DD-96BD-3DB590D3F938}" dt="2025-10-10T08:39:28.182" v="1" actId="20577"/>
        <pc:sldMkLst>
          <pc:docMk/>
          <pc:sldMk cId="1716478228" sldId="257"/>
        </pc:sldMkLst>
        <pc:spChg chg="mod">
          <ac:chgData name="Griffiths, Matt" userId="18c014a6-2ef6-44de-ae4a-9dd11ceb4840" providerId="ADAL" clId="{0EB1F7FF-BCD2-44DD-96BD-3DB590D3F938}" dt="2025-10-10T08:39:28.182" v="1" actId="20577"/>
          <ac:spMkLst>
            <pc:docMk/>
            <pc:sldMk cId="1716478228" sldId="257"/>
            <ac:spMk id="3" creationId="{2C77A979-F57A-8144-9955-D74341C388EF}"/>
          </ac:spMkLst>
        </pc:spChg>
      </pc:sldChg>
      <pc:sldChg chg="addSp modSp mod modAnim">
        <pc:chgData name="Griffiths, Matt" userId="18c014a6-2ef6-44de-ae4a-9dd11ceb4840" providerId="ADAL" clId="{0EB1F7FF-BCD2-44DD-96BD-3DB590D3F938}" dt="2025-10-10T08:43:34.277" v="43"/>
        <pc:sldMkLst>
          <pc:docMk/>
          <pc:sldMk cId="2625178607" sldId="279"/>
        </pc:sldMkLst>
        <pc:picChg chg="add mod">
          <ac:chgData name="Griffiths, Matt" userId="18c014a6-2ef6-44de-ae4a-9dd11ceb4840" providerId="ADAL" clId="{0EB1F7FF-BCD2-44DD-96BD-3DB590D3F938}" dt="2025-10-10T08:43:31.728" v="42" actId="1582"/>
          <ac:picMkLst>
            <pc:docMk/>
            <pc:sldMk cId="2625178607" sldId="279"/>
            <ac:picMk id="3" creationId="{EC60A317-4C58-2C30-BC32-B972C0EC2213}"/>
          </ac:picMkLst>
        </pc:picChg>
      </pc:sldChg>
      <pc:sldChg chg="delSp modSp mod delAnim">
        <pc:chgData name="Griffiths, Matt" userId="18c014a6-2ef6-44de-ae4a-9dd11ceb4840" providerId="ADAL" clId="{0EB1F7FF-BCD2-44DD-96BD-3DB590D3F938}" dt="2025-10-10T08:40:06.244" v="7" actId="1076"/>
        <pc:sldMkLst>
          <pc:docMk/>
          <pc:sldMk cId="240090863" sldId="280"/>
        </pc:sldMkLst>
        <pc:picChg chg="del mod">
          <ac:chgData name="Griffiths, Matt" userId="18c014a6-2ef6-44de-ae4a-9dd11ceb4840" providerId="ADAL" clId="{0EB1F7FF-BCD2-44DD-96BD-3DB590D3F938}" dt="2025-10-10T08:39:57.238" v="4" actId="478"/>
          <ac:picMkLst>
            <pc:docMk/>
            <pc:sldMk cId="240090863" sldId="280"/>
            <ac:picMk id="6" creationId="{DE5C4B33-3233-4FAD-8BF4-93760067E125}"/>
          </ac:picMkLst>
        </pc:picChg>
        <pc:picChg chg="mod">
          <ac:chgData name="Griffiths, Matt" userId="18c014a6-2ef6-44de-ae4a-9dd11ceb4840" providerId="ADAL" clId="{0EB1F7FF-BCD2-44DD-96BD-3DB590D3F938}" dt="2025-10-10T08:40:03.980" v="6" actId="1076"/>
          <ac:picMkLst>
            <pc:docMk/>
            <pc:sldMk cId="240090863" sldId="280"/>
            <ac:picMk id="7" creationId="{FB1650F7-2E20-4D66-B6CB-289864D9FA5C}"/>
          </ac:picMkLst>
        </pc:picChg>
        <pc:picChg chg="mod">
          <ac:chgData name="Griffiths, Matt" userId="18c014a6-2ef6-44de-ae4a-9dd11ceb4840" providerId="ADAL" clId="{0EB1F7FF-BCD2-44DD-96BD-3DB590D3F938}" dt="2025-10-10T08:40:06.244" v="7" actId="1076"/>
          <ac:picMkLst>
            <pc:docMk/>
            <pc:sldMk cId="240090863" sldId="280"/>
            <ac:picMk id="9" creationId="{9E6C8E94-5BFF-C0AE-4878-CB3708742771}"/>
          </ac:picMkLst>
        </pc:picChg>
      </pc:sldChg>
      <pc:sldChg chg="del">
        <pc:chgData name="Griffiths, Matt" userId="18c014a6-2ef6-44de-ae4a-9dd11ceb4840" providerId="ADAL" clId="{0EB1F7FF-BCD2-44DD-96BD-3DB590D3F938}" dt="2025-10-10T08:40:12.353" v="8" actId="2696"/>
        <pc:sldMkLst>
          <pc:docMk/>
          <pc:sldMk cId="485458523" sldId="281"/>
        </pc:sldMkLst>
      </pc:sldChg>
      <pc:sldChg chg="modSp mod">
        <pc:chgData name="Griffiths, Matt" userId="18c014a6-2ef6-44de-ae4a-9dd11ceb4840" providerId="ADAL" clId="{0EB1F7FF-BCD2-44DD-96BD-3DB590D3F938}" dt="2025-10-10T08:40:39.749" v="31" actId="20577"/>
        <pc:sldMkLst>
          <pc:docMk/>
          <pc:sldMk cId="1501237194" sldId="283"/>
        </pc:sldMkLst>
        <pc:graphicFrameChg chg="modGraphic">
          <ac:chgData name="Griffiths, Matt" userId="18c014a6-2ef6-44de-ae4a-9dd11ceb4840" providerId="ADAL" clId="{0EB1F7FF-BCD2-44DD-96BD-3DB590D3F938}" dt="2025-10-10T08:40:39.749" v="31" actId="20577"/>
          <ac:graphicFrameMkLst>
            <pc:docMk/>
            <pc:sldMk cId="1501237194" sldId="283"/>
            <ac:graphicFrameMk id="5" creationId="{98612E24-876F-44BD-BEE7-AF312457260A}"/>
          </ac:graphicFrameMkLst>
        </pc:graphicFrameChg>
      </pc:sldChg>
      <pc:sldChg chg="addSp delSp modSp mod">
        <pc:chgData name="Griffiths, Matt" userId="18c014a6-2ef6-44de-ae4a-9dd11ceb4840" providerId="ADAL" clId="{0EB1F7FF-BCD2-44DD-96BD-3DB590D3F938}" dt="2025-10-10T08:41:43.036" v="39" actId="1076"/>
        <pc:sldMkLst>
          <pc:docMk/>
          <pc:sldMk cId="1815232154" sldId="287"/>
        </pc:sldMkLst>
        <pc:spChg chg="mod">
          <ac:chgData name="Griffiths, Matt" userId="18c014a6-2ef6-44de-ae4a-9dd11ceb4840" providerId="ADAL" clId="{0EB1F7FF-BCD2-44DD-96BD-3DB590D3F938}" dt="2025-10-10T08:41:00.510" v="34" actId="6549"/>
          <ac:spMkLst>
            <pc:docMk/>
            <pc:sldMk cId="1815232154" sldId="287"/>
            <ac:spMk id="2" creationId="{C9EE3CEA-FBFD-0A44-8784-BBA08B4B8BD6}"/>
          </ac:spMkLst>
        </pc:spChg>
        <pc:picChg chg="del">
          <ac:chgData name="Griffiths, Matt" userId="18c014a6-2ef6-44de-ae4a-9dd11ceb4840" providerId="ADAL" clId="{0EB1F7FF-BCD2-44DD-96BD-3DB590D3F938}" dt="2025-10-10T08:41:34.844" v="35" actId="478"/>
          <ac:picMkLst>
            <pc:docMk/>
            <pc:sldMk cId="1815232154" sldId="287"/>
            <ac:picMk id="6" creationId="{B377BD03-8F91-4E66-80AE-2260D72C5EB9}"/>
          </ac:picMkLst>
        </pc:picChg>
        <pc:picChg chg="add mod">
          <ac:chgData name="Griffiths, Matt" userId="18c014a6-2ef6-44de-ae4a-9dd11ceb4840" providerId="ADAL" clId="{0EB1F7FF-BCD2-44DD-96BD-3DB590D3F938}" dt="2025-10-10T08:41:43.036" v="39" actId="1076"/>
          <ac:picMkLst>
            <pc:docMk/>
            <pc:sldMk cId="1815232154" sldId="287"/>
            <ac:picMk id="7" creationId="{07A91FFD-3B47-8ED5-E15A-99669DFB5170}"/>
          </ac:picMkLst>
        </pc:picChg>
      </pc:sldChg>
    </pc:docChg>
  </pc:docChgLst>
  <pc:docChgLst>
    <pc:chgData name="Griffiths, Matt" userId="18c014a6-2ef6-44de-ae4a-9dd11ceb4840" providerId="ADAL" clId="{0516F0CE-6717-49F6-B4CD-7FFFE3B4EDC9}"/>
    <pc:docChg chg="custSel modSld">
      <pc:chgData name="Griffiths, Matt" userId="18c014a6-2ef6-44de-ae4a-9dd11ceb4840" providerId="ADAL" clId="{0516F0CE-6717-49F6-B4CD-7FFFE3B4EDC9}" dt="2024-10-07T11:30:11.397" v="196" actId="1076"/>
      <pc:docMkLst>
        <pc:docMk/>
      </pc:docMkLst>
      <pc:sldChg chg="modSp">
        <pc:chgData name="Griffiths, Matt" userId="18c014a6-2ef6-44de-ae4a-9dd11ceb4840" providerId="ADAL" clId="{0516F0CE-6717-49F6-B4CD-7FFFE3B4EDC9}" dt="2024-10-07T11:19:38.775" v="71" actId="20577"/>
        <pc:sldMkLst>
          <pc:docMk/>
          <pc:sldMk cId="2719722660" sldId="259"/>
        </pc:sldMkLst>
      </pc:sldChg>
      <pc:sldChg chg="modSp mod">
        <pc:chgData name="Griffiths, Matt" userId="18c014a6-2ef6-44de-ae4a-9dd11ceb4840" providerId="ADAL" clId="{0516F0CE-6717-49F6-B4CD-7FFFE3B4EDC9}" dt="2024-10-07T11:21:01.622" v="135" actId="1076"/>
        <pc:sldMkLst>
          <pc:docMk/>
          <pc:sldMk cId="1501237194" sldId="283"/>
        </pc:sldMkLst>
      </pc:sldChg>
      <pc:sldChg chg="addSp delSp modSp mod">
        <pc:chgData name="Griffiths, Matt" userId="18c014a6-2ef6-44de-ae4a-9dd11ceb4840" providerId="ADAL" clId="{0516F0CE-6717-49F6-B4CD-7FFFE3B4EDC9}" dt="2024-10-07T11:22:37.899" v="151" actId="20577"/>
        <pc:sldMkLst>
          <pc:docMk/>
          <pc:sldMk cId="3034540983" sldId="285"/>
        </pc:sldMkLst>
      </pc:sldChg>
      <pc:sldChg chg="addSp delSp modSp mod delAnim modAnim">
        <pc:chgData name="Griffiths, Matt" userId="18c014a6-2ef6-44de-ae4a-9dd11ceb4840" providerId="ADAL" clId="{0516F0CE-6717-49F6-B4CD-7FFFE3B4EDC9}" dt="2024-10-07T11:30:11.397" v="196" actId="1076"/>
        <pc:sldMkLst>
          <pc:docMk/>
          <pc:sldMk cId="1676475971" sldId="286"/>
        </pc:sldMkLst>
      </pc:sldChg>
      <pc:sldChg chg="addSp delSp modSp mod">
        <pc:chgData name="Griffiths, Matt" userId="18c014a6-2ef6-44de-ae4a-9dd11ceb4840" providerId="ADAL" clId="{0516F0CE-6717-49F6-B4CD-7FFFE3B4EDC9}" dt="2024-10-07T11:25:26.670" v="161" actId="1076"/>
        <pc:sldMkLst>
          <pc:docMk/>
          <pc:sldMk cId="2485349825" sldId="288"/>
        </pc:sldMkLst>
      </pc:sldChg>
      <pc:sldChg chg="addSp delSp modSp mod delAnim modAnim">
        <pc:chgData name="Griffiths, Matt" userId="18c014a6-2ef6-44de-ae4a-9dd11ceb4840" providerId="ADAL" clId="{0516F0CE-6717-49F6-B4CD-7FFFE3B4EDC9}" dt="2024-10-07T11:28:36.139" v="193" actId="478"/>
        <pc:sldMkLst>
          <pc:docMk/>
          <pc:sldMk cId="4293332652" sldId="291"/>
        </pc:sldMkLst>
      </pc:sldChg>
    </pc:docChg>
  </pc:docChgLst>
  <pc:docChgLst>
    <pc:chgData name="Griffiths, Matt" userId="18c014a6-2ef6-44de-ae4a-9dd11ceb4840" providerId="ADAL" clId="{1243C81B-3563-47B6-806F-23078A882B16}"/>
    <pc:docChg chg="undo custSel modSld">
      <pc:chgData name="Griffiths, Matt" userId="18c014a6-2ef6-44de-ae4a-9dd11ceb4840" providerId="ADAL" clId="{1243C81B-3563-47B6-806F-23078A882B16}" dt="2024-12-11T10:26:10.663" v="605" actId="20577"/>
      <pc:docMkLst>
        <pc:docMk/>
      </pc:docMkLst>
      <pc:sldChg chg="addSp modSp mod">
        <pc:chgData name="Griffiths, Matt" userId="18c014a6-2ef6-44de-ae4a-9dd11ceb4840" providerId="ADAL" clId="{1243C81B-3563-47B6-806F-23078A882B16}" dt="2024-12-11T10:25:25.514" v="593" actId="1038"/>
        <pc:sldMkLst>
          <pc:docMk/>
          <pc:sldMk cId="2719722660" sldId="259"/>
        </pc:sldMkLst>
      </pc:sldChg>
      <pc:sldChg chg="modSp mod">
        <pc:chgData name="Griffiths, Matt" userId="18c014a6-2ef6-44de-ae4a-9dd11ceb4840" providerId="ADAL" clId="{1243C81B-3563-47B6-806F-23078A882B16}" dt="2024-12-11T10:26:10.663" v="605" actId="20577"/>
        <pc:sldMkLst>
          <pc:docMk/>
          <pc:sldMk cId="1501237194" sldId="283"/>
        </pc:sldMkLst>
      </pc:sldChg>
    </pc:docChg>
  </pc:docChgLst>
  <pc:docChgLst>
    <pc:chgData name="Griffiths, Matt" userId="18c014a6-2ef6-44de-ae4a-9dd11ceb4840" providerId="ADAL" clId="{DCC026F2-2FDC-49DA-8643-FE5B893719D7}"/>
    <pc:docChg chg="modSld">
      <pc:chgData name="Griffiths, Matt" userId="18c014a6-2ef6-44de-ae4a-9dd11ceb4840" providerId="ADAL" clId="{DCC026F2-2FDC-49DA-8643-FE5B893719D7}" dt="2024-01-16T12:48:44.577" v="29" actId="5793"/>
      <pc:docMkLst>
        <pc:docMk/>
      </pc:docMkLst>
      <pc:sldChg chg="modSp">
        <pc:chgData name="Griffiths, Matt" userId="18c014a6-2ef6-44de-ae4a-9dd11ceb4840" providerId="ADAL" clId="{DCC026F2-2FDC-49DA-8643-FE5B893719D7}" dt="2024-01-16T12:48:44.577" v="29" actId="5793"/>
        <pc:sldMkLst>
          <pc:docMk/>
          <pc:sldMk cId="2719722660" sldId="259"/>
        </pc:sldMkLst>
      </pc:sldChg>
    </pc:docChg>
  </pc:docChgLst>
  <pc:docChgLst>
    <pc:chgData name="Griffiths, Matt" userId="18c014a6-2ef6-44de-ae4a-9dd11ceb4840" providerId="ADAL" clId="{8BB0863D-886B-4514-A9B3-105ED6026645}"/>
    <pc:docChg chg="custSel modSld">
      <pc:chgData name="Griffiths, Matt" userId="18c014a6-2ef6-44de-ae4a-9dd11ceb4840" providerId="ADAL" clId="{8BB0863D-886B-4514-A9B3-105ED6026645}" dt="2023-10-09T11:59:23.029" v="13"/>
      <pc:docMkLst>
        <pc:docMk/>
      </pc:docMkLst>
      <pc:sldChg chg="addSp delSp modSp mod">
        <pc:chgData name="Griffiths, Matt" userId="18c014a6-2ef6-44de-ae4a-9dd11ceb4840" providerId="ADAL" clId="{8BB0863D-886B-4514-A9B3-105ED6026645}" dt="2023-10-09T11:55:35.384" v="3" actId="208"/>
        <pc:sldMkLst>
          <pc:docMk/>
          <pc:sldMk cId="485458523" sldId="281"/>
        </pc:sldMkLst>
      </pc:sldChg>
      <pc:sldChg chg="addSp delSp modSp mod">
        <pc:chgData name="Griffiths, Matt" userId="18c014a6-2ef6-44de-ae4a-9dd11ceb4840" providerId="ADAL" clId="{8BB0863D-886B-4514-A9B3-105ED6026645}" dt="2023-10-09T11:57:19.758" v="10" actId="1076"/>
        <pc:sldMkLst>
          <pc:docMk/>
          <pc:sldMk cId="3034540983" sldId="285"/>
        </pc:sldMkLst>
      </pc:sldChg>
      <pc:sldChg chg="addSp delSp mod delAnim modAnim">
        <pc:chgData name="Griffiths, Matt" userId="18c014a6-2ef6-44de-ae4a-9dd11ceb4840" providerId="ADAL" clId="{8BB0863D-886B-4514-A9B3-105ED6026645}" dt="2023-10-09T11:59:23.029" v="13"/>
        <pc:sldMkLst>
          <pc:docMk/>
          <pc:sldMk cId="1676475971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81D7C-81F1-BA48-B0CF-02C398C9197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88987-9C11-FC43-B2CE-3A9A6A292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18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DF23B6-683D-2B48-8B2D-8FF423A50C05}"/>
              </a:ext>
            </a:extLst>
          </p:cNvPr>
          <p:cNvSpPr/>
          <p:nvPr userDrawn="1"/>
        </p:nvSpPr>
        <p:spPr>
          <a:xfrm>
            <a:off x="0" y="441325"/>
            <a:ext cx="12191999" cy="6300787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7E7F3C-6AC2-084C-81DA-BE9E4A815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2" y="1989138"/>
            <a:ext cx="11306175" cy="1848949"/>
          </a:xfrm>
          <a:prstGeom prst="rect">
            <a:avLst/>
          </a:prstGeom>
        </p:spPr>
        <p:txBody>
          <a:bodyPr lIns="0" rIns="90000" anchor="b"/>
          <a:lstStyle>
            <a:lvl1pPr algn="l">
              <a:defRPr sz="6000" b="1">
                <a:solidFill>
                  <a:srgbClr val="E6005B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D8BCC-A8A8-F640-A027-5BF8353F7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015578"/>
            <a:ext cx="11306174" cy="115517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3000" b="1">
                <a:solidFill>
                  <a:srgbClr val="9E043D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B026E5-3198-8D4C-956B-0E8532CD57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800100"/>
            <a:ext cx="3427412" cy="1009958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B58F904-7080-FE43-A777-0CCCA7DE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75386" y="6057900"/>
            <a:ext cx="5473701" cy="358774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7342E9-89D0-D246-B0E5-635614E13D75}" type="datetime1">
              <a:rPr lang="en-GB" smtClean="0"/>
              <a:pPr/>
              <a:t>22/04/2026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644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DF23B6-683D-2B48-8B2D-8FF423A50C05}"/>
              </a:ext>
            </a:extLst>
          </p:cNvPr>
          <p:cNvSpPr/>
          <p:nvPr userDrawn="1"/>
        </p:nvSpPr>
        <p:spPr>
          <a:xfrm>
            <a:off x="0" y="441326"/>
            <a:ext cx="12191999" cy="6300786"/>
          </a:xfrm>
          <a:prstGeom prst="rect">
            <a:avLst/>
          </a:prstGeom>
          <a:solidFill>
            <a:srgbClr val="E6005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6005B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7E7F3C-6AC2-084C-81DA-BE9E4A815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2" y="1989138"/>
            <a:ext cx="11306175" cy="1848949"/>
          </a:xfrm>
          <a:prstGeom prst="rect">
            <a:avLst/>
          </a:prstGeom>
        </p:spPr>
        <p:txBody>
          <a:bodyPr lIns="0" rIns="90000"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D8BCC-A8A8-F640-A027-5BF8353F7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2" y="4015578"/>
            <a:ext cx="11306175" cy="115517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3000" b="1">
                <a:solidFill>
                  <a:srgbClr val="9E043D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9FAFA-C3E1-0844-82DB-27D43E467A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800100"/>
            <a:ext cx="3427412" cy="1009958"/>
          </a:xfrm>
          <a:prstGeom prst="rect">
            <a:avLst/>
          </a:prstGeom>
        </p:spPr>
      </p:pic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86CB3D1-E135-FD4F-A056-483535DECE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75386" y="6057899"/>
            <a:ext cx="5473701" cy="358775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>
                <a:solidFill>
                  <a:srgbClr val="9E0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7342E9-89D0-D246-B0E5-635614E13D75}" type="datetime1">
              <a:rPr lang="en-GB" smtClean="0"/>
              <a:pPr/>
              <a:t>22/04/2026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9867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DF23B6-683D-2B48-8B2D-8FF423A50C05}"/>
              </a:ext>
            </a:extLst>
          </p:cNvPr>
          <p:cNvSpPr/>
          <p:nvPr userDrawn="1"/>
        </p:nvSpPr>
        <p:spPr>
          <a:xfrm>
            <a:off x="0" y="441325"/>
            <a:ext cx="12191999" cy="6300787"/>
          </a:xfrm>
          <a:prstGeom prst="rect">
            <a:avLst/>
          </a:prstGeom>
          <a:solidFill>
            <a:srgbClr val="6F625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7E7F3C-6AC2-084C-81DA-BE9E4A815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2" y="1989138"/>
            <a:ext cx="11306175" cy="1848949"/>
          </a:xfrm>
          <a:prstGeom prst="rect">
            <a:avLst/>
          </a:prstGeom>
        </p:spPr>
        <p:txBody>
          <a:bodyPr lIns="0" rIns="90000"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D8BCC-A8A8-F640-A027-5BF8353F7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4015578"/>
            <a:ext cx="11306175" cy="115517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3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07DCF46-D938-064E-964C-1B90111009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75388" y="6057899"/>
            <a:ext cx="5473699" cy="358775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7342E9-89D0-D246-B0E5-635614E13D75}" type="datetime1">
              <a:rPr lang="en-GB" smtClean="0"/>
              <a:pPr/>
              <a:t>22/04/2026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EE9E80-8FF0-8441-B362-4623AB9E8A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800100"/>
            <a:ext cx="3427412" cy="100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4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395D28-07F6-9F47-8128-50C443109906}"/>
              </a:ext>
            </a:extLst>
          </p:cNvPr>
          <p:cNvSpPr/>
          <p:nvPr userDrawn="1"/>
        </p:nvSpPr>
        <p:spPr>
          <a:xfrm>
            <a:off x="1" y="0"/>
            <a:ext cx="12191999" cy="441325"/>
          </a:xfrm>
          <a:prstGeom prst="rect">
            <a:avLst/>
          </a:prstGeom>
          <a:solidFill>
            <a:srgbClr val="E60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ACF5D-95B4-ED49-9DD6-98E1235076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2913" y="1989138"/>
            <a:ext cx="11306174" cy="3708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523BD2-753E-0A47-B307-D80B3FF62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800100"/>
            <a:ext cx="11306175" cy="1001983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BB0FE4-66FF-0E42-841A-3EC5F7C7E6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2" y="5832092"/>
            <a:ext cx="568359" cy="6762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683437-A234-3E4E-8B92-A0C560819C16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9E0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CDF1BA5-471A-8044-BDBA-890115BBFF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E6005B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204BD-F3EB-5842-9319-7B613DC25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2" y="1989138"/>
            <a:ext cx="11306176" cy="63685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9E043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B88EC-6B3F-324D-8A9A-A2200D031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2914" y="2813048"/>
            <a:ext cx="11306174" cy="288448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C2A4D7D-88B2-6543-8F2D-B4616BB6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800101"/>
            <a:ext cx="11306176" cy="1001982"/>
          </a:xfrm>
          <a:prstGeom prst="rect">
            <a:avLst/>
          </a:prstGeom>
        </p:spPr>
        <p:txBody>
          <a:bodyPr anchor="ctr" anchorCtr="0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8EB9E1-DFB3-5C47-B4B9-9B8765B864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2" y="5832092"/>
            <a:ext cx="568359" cy="676275"/>
          </a:xfrm>
          <a:prstGeom prst="rect">
            <a:avLst/>
          </a:prstGeom>
        </p:spPr>
      </p:pic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AAEC381-AE42-7E44-9B48-79580631F9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E6005B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F2C38B-13DA-064A-AF49-AA97B43EDAB3}"/>
              </a:ext>
            </a:extLst>
          </p:cNvPr>
          <p:cNvSpPr/>
          <p:nvPr userDrawn="1"/>
        </p:nvSpPr>
        <p:spPr>
          <a:xfrm>
            <a:off x="1" y="0"/>
            <a:ext cx="12191999" cy="441325"/>
          </a:xfrm>
          <a:prstGeom prst="rect">
            <a:avLst/>
          </a:prstGeom>
          <a:solidFill>
            <a:srgbClr val="E60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1A03B6-F236-5D46-B133-E912BE6844F9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9E0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0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ill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009F349-CC3D-6049-A88D-4E42B2F01C6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15887"/>
            <a:ext cx="12191999" cy="662622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CF8FDB-11E0-114D-9049-11851FC6CA6B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9E0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1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ill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009F349-CC3D-6049-A88D-4E42B2F01C6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7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92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3C710-A668-F144-8CC5-039AD81D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800101"/>
            <a:ext cx="11306176" cy="1001982"/>
          </a:xfrm>
          <a:prstGeom prst="rect">
            <a:avLst/>
          </a:prstGeom>
        </p:spPr>
        <p:txBody>
          <a:bodyPr anchor="ctr" anchorCtr="0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9ECCE-CA94-5841-8835-15D01FC20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989138"/>
            <a:ext cx="5473701" cy="370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2F0DD8-CD89-964C-A0BF-3C891A947F9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75388" y="1989138"/>
            <a:ext cx="5473700" cy="3708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5C41AB-1925-C846-A884-6B4D4880A2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2" y="5832092"/>
            <a:ext cx="568359" cy="676275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E146BB0-D198-0847-B8BF-82032479A2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E6005B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D38791-8F3B-A640-A6FC-8EC532732508}"/>
              </a:ext>
            </a:extLst>
          </p:cNvPr>
          <p:cNvSpPr/>
          <p:nvPr userDrawn="1"/>
        </p:nvSpPr>
        <p:spPr>
          <a:xfrm>
            <a:off x="1" y="0"/>
            <a:ext cx="12191999" cy="441325"/>
          </a:xfrm>
          <a:prstGeom prst="rect">
            <a:avLst/>
          </a:prstGeom>
          <a:solidFill>
            <a:srgbClr val="E60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63AD13-8CBA-8648-88F4-6142126E9F9A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9E0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8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B88EC-6B3F-324D-8A9A-A2200D031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2910" y="2813047"/>
            <a:ext cx="5473701" cy="284797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32B247-F8B0-6A43-86FE-2923DBEF9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1894" y="2813047"/>
            <a:ext cx="5457193" cy="284797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C2A4D7D-88B2-6543-8F2D-B4616BB6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800101"/>
            <a:ext cx="11306176" cy="1001982"/>
          </a:xfrm>
          <a:prstGeom prst="rect">
            <a:avLst/>
          </a:prstGeom>
        </p:spPr>
        <p:txBody>
          <a:bodyPr anchor="ctr" anchorCtr="0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C387D1-CCDB-AA42-911D-99DAFBC81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2" y="5832092"/>
            <a:ext cx="568359" cy="676275"/>
          </a:xfrm>
          <a:prstGeom prst="rect">
            <a:avLst/>
          </a:prstGeom>
        </p:spPr>
      </p:pic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4B35524-0F00-1A4F-8D8A-436C881006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E6005B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45CF166-1A2B-F24F-9192-1EE62922C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2" y="1989138"/>
            <a:ext cx="5473701" cy="63685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9E043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A1D5975-B545-F54E-B266-2A4DDDC8C4C9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895" y="1989139"/>
            <a:ext cx="5457193" cy="63685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9E043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F691ED-EF65-C446-B3BD-FB970876AB4D}"/>
              </a:ext>
            </a:extLst>
          </p:cNvPr>
          <p:cNvSpPr/>
          <p:nvPr userDrawn="1"/>
        </p:nvSpPr>
        <p:spPr>
          <a:xfrm>
            <a:off x="1" y="0"/>
            <a:ext cx="12191999" cy="441325"/>
          </a:xfrm>
          <a:prstGeom prst="rect">
            <a:avLst/>
          </a:prstGeom>
          <a:solidFill>
            <a:srgbClr val="E60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AC6DAE-40C2-FC4C-9C8A-8F55F3ECD49F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9E0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70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Unsymetr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9ECCE-CA94-5841-8835-15D01FC20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989138"/>
            <a:ext cx="3529013" cy="3708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2F0DD8-CD89-964C-A0BF-3C891A947F9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32288" y="1989138"/>
            <a:ext cx="7416800" cy="3708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D5397D-FD76-2E4F-8BFA-B5599B1CF4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2" y="5832092"/>
            <a:ext cx="568359" cy="676275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7B00AC3-9B1E-2E4B-BC7B-406D8A38D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E6005B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B21EC89-DA5A-2B4B-B94A-FD5D13BA4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800100"/>
            <a:ext cx="11306175" cy="1001983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FEA125-D139-1A4D-A206-2BABBEE26DC4}"/>
              </a:ext>
            </a:extLst>
          </p:cNvPr>
          <p:cNvSpPr/>
          <p:nvPr userDrawn="1"/>
        </p:nvSpPr>
        <p:spPr>
          <a:xfrm>
            <a:off x="1" y="0"/>
            <a:ext cx="12191999" cy="441325"/>
          </a:xfrm>
          <a:prstGeom prst="rect">
            <a:avLst/>
          </a:prstGeom>
          <a:solidFill>
            <a:srgbClr val="E60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4871E7-C776-E845-B38B-91971ED53532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9E0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83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Unsymetrical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B88EC-6B3F-324D-8A9A-A2200D031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2913" y="2813048"/>
            <a:ext cx="3529012" cy="288448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32B247-F8B0-6A43-86FE-2923DBEF9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2288" y="1989138"/>
            <a:ext cx="7416800" cy="3708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5C663E-9DDC-5B49-A342-3EE5169707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2" y="5832092"/>
            <a:ext cx="568359" cy="676275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B5743288-93C1-B747-B6D2-E62ECB66A2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E6005B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2BBD38C-D5E6-E14C-82D7-CDA28865E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800100"/>
            <a:ext cx="11306175" cy="1001983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4952491-1CB4-104F-95DC-3C7A95C11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2" y="1989138"/>
            <a:ext cx="3529013" cy="63685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9E043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E6B900-0CAE-6B4C-B741-178AD460BD32}"/>
              </a:ext>
            </a:extLst>
          </p:cNvPr>
          <p:cNvSpPr/>
          <p:nvPr userDrawn="1"/>
        </p:nvSpPr>
        <p:spPr>
          <a:xfrm>
            <a:off x="1" y="0"/>
            <a:ext cx="12191999" cy="441325"/>
          </a:xfrm>
          <a:prstGeom prst="rect">
            <a:avLst/>
          </a:prstGeom>
          <a:solidFill>
            <a:srgbClr val="E60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A1B2DE-F07F-8147-AD48-234D917280D2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9E0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7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9ECCE-CA94-5841-8835-15D01FC20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989138"/>
            <a:ext cx="3529013" cy="3708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2F0DD8-CD89-964C-A0BF-3C891A947F9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32288" y="1989138"/>
            <a:ext cx="3529013" cy="3708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2572A3E-7061-AE46-B81E-7EEEF4B2F2A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21664" y="1989138"/>
            <a:ext cx="3527423" cy="3708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5E1427-DD3F-9240-BD4A-0CC21218DF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2" y="5832092"/>
            <a:ext cx="568359" cy="676275"/>
          </a:xfrm>
          <a:prstGeom prst="rect">
            <a:avLst/>
          </a:prstGeom>
        </p:spPr>
      </p:pic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DC3E782-E2DF-224A-8EC7-F432750D92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E6005B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C9432BC-F7ED-AD44-955D-1B98B2278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800100"/>
            <a:ext cx="11306175" cy="1001983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18504C-E8A7-EA43-8DA0-0CE9310D674A}"/>
              </a:ext>
            </a:extLst>
          </p:cNvPr>
          <p:cNvSpPr/>
          <p:nvPr userDrawn="1"/>
        </p:nvSpPr>
        <p:spPr>
          <a:xfrm>
            <a:off x="1" y="0"/>
            <a:ext cx="12191999" cy="441325"/>
          </a:xfrm>
          <a:prstGeom prst="rect">
            <a:avLst/>
          </a:prstGeom>
          <a:solidFill>
            <a:srgbClr val="E60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BB3217-4ECB-9C4E-B129-4CD1A7606E4D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9E0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8210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B88EC-6B3F-324D-8A9A-A2200D031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2912" y="2813048"/>
            <a:ext cx="3529013" cy="28844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D979E-7EEF-5D4A-8AC3-74C6CE848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0075" y="1989138"/>
            <a:ext cx="3527425" cy="63685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9E043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32B247-F8B0-6A43-86FE-2923DBEF9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2288" y="2813047"/>
            <a:ext cx="3527425" cy="28844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43422A0-145A-7943-95AD-B9C948D26B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220076" y="2813046"/>
            <a:ext cx="3529012" cy="2884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2A91DF-79A7-914F-947D-CF72742487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2" y="5832092"/>
            <a:ext cx="568359" cy="676275"/>
          </a:xfrm>
          <a:prstGeom prst="rect">
            <a:avLst/>
          </a:prstGeom>
        </p:spPr>
      </p:pic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F264802-11B4-5941-991C-96BAD56284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E6005B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C1D1754-6A16-0A4B-9E06-5B285B135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800100"/>
            <a:ext cx="11306175" cy="1001983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60B23AA-B159-A04B-A49B-76835B629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2" y="1989138"/>
            <a:ext cx="3529013" cy="63685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9E043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F568595-A127-5846-A037-D0819A0252E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32288" y="1989138"/>
            <a:ext cx="3527425" cy="63685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9E043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D682C8-053C-4942-93C0-CDCB02169B50}"/>
              </a:ext>
            </a:extLst>
          </p:cNvPr>
          <p:cNvSpPr/>
          <p:nvPr userDrawn="1"/>
        </p:nvSpPr>
        <p:spPr>
          <a:xfrm>
            <a:off x="1" y="0"/>
            <a:ext cx="12191999" cy="441325"/>
          </a:xfrm>
          <a:prstGeom prst="rect">
            <a:avLst/>
          </a:prstGeom>
          <a:solidFill>
            <a:srgbClr val="E60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2EA856-078C-B74C-87C6-AC58462CB29C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9E0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7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1855C3A-3FE6-774C-8B42-DE78E4C581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2" y="5832092"/>
            <a:ext cx="568359" cy="676275"/>
          </a:xfrm>
          <a:prstGeom prst="rect">
            <a:avLst/>
          </a:prstGeom>
        </p:spPr>
      </p:pic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3EFCAB50-6370-994D-BF7A-C505E83CFC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E6005B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B048F09A-B384-8C49-9343-9C78BE372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632" y="1989138"/>
            <a:ext cx="9378733" cy="2372252"/>
          </a:xfrm>
          <a:prstGeom prst="rect">
            <a:avLst/>
          </a:prstGeom>
        </p:spPr>
        <p:txBody>
          <a:bodyPr lIns="0" rIns="90000" anchor="ctr" anchorCtr="0">
            <a:normAutofit/>
          </a:bodyPr>
          <a:lstStyle>
            <a:lvl1pPr algn="l">
              <a:defRPr sz="4500" b="1">
                <a:solidFill>
                  <a:srgbClr val="E6005B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338F5E73-6BFD-7748-BFD6-93FCF46A7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632" y="4542366"/>
            <a:ext cx="9378733" cy="1155172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marL="0" indent="0" algn="l">
              <a:buNone/>
              <a:defRPr sz="3000" b="1">
                <a:solidFill>
                  <a:srgbClr val="9E043D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650F2B-C9D3-F54A-91EC-BEDF952B03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2913" y="1010601"/>
            <a:ext cx="963720" cy="7975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AAD6DD1-3573-E54F-8768-B0CFC8AFB6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0785366" y="4899977"/>
            <a:ext cx="963720" cy="7975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94A2B9C-4747-EB44-AD6F-788273471394}"/>
              </a:ext>
            </a:extLst>
          </p:cNvPr>
          <p:cNvSpPr/>
          <p:nvPr userDrawn="1"/>
        </p:nvSpPr>
        <p:spPr>
          <a:xfrm>
            <a:off x="1" y="0"/>
            <a:ext cx="12191999" cy="441325"/>
          </a:xfrm>
          <a:prstGeom prst="rect">
            <a:avLst/>
          </a:prstGeom>
          <a:solidFill>
            <a:srgbClr val="E60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4C44A-5626-1B42-B24C-44A8F39FB460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9E0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20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le Orang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8B09DB-0CE7-674F-8B4F-D3BDC1E1F58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BD9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A774C6-72B5-B54D-AFC5-BEDE6662B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1989138"/>
            <a:ext cx="11306175" cy="1848949"/>
          </a:xfrm>
          <a:prstGeom prst="rect">
            <a:avLst/>
          </a:prstGeom>
        </p:spPr>
        <p:txBody>
          <a:bodyPr lIns="0" rIns="90000" anchor="b"/>
          <a:lstStyle>
            <a:lvl1pPr algn="l">
              <a:defRPr sz="6000" b="1">
                <a:solidFill>
                  <a:srgbClr val="F07D00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8CD21CC-038F-084D-86A0-F56D478F1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4015578"/>
            <a:ext cx="11306175" cy="115517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3000" b="1">
                <a:solidFill>
                  <a:srgbClr val="F07D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C1597D-B745-8C47-9BCA-19CC45F980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5832091"/>
            <a:ext cx="568360" cy="67627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03F878E-DE03-2942-B907-3CF8B4BF5BA7}"/>
              </a:ext>
            </a:extLst>
          </p:cNvPr>
          <p:cNvSpPr/>
          <p:nvPr userDrawn="1"/>
        </p:nvSpPr>
        <p:spPr>
          <a:xfrm>
            <a:off x="0" y="0"/>
            <a:ext cx="12192000" cy="441325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46D80A-BB91-1241-848B-6B912282049B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B81DC7A-6B12-7D4A-B479-9DCA384957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F07D00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0472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le Blu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8B09DB-0CE7-674F-8B4F-D3BDC1E1F58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BCE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A774C6-72B5-B54D-AFC5-BEDE6662B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012688"/>
            <a:ext cx="11306173" cy="1825399"/>
          </a:xfrm>
          <a:prstGeom prst="rect">
            <a:avLst/>
          </a:prstGeom>
        </p:spPr>
        <p:txBody>
          <a:bodyPr lIns="0" rIns="90000" anchor="b"/>
          <a:lstStyle>
            <a:lvl1pPr algn="l">
              <a:defRPr sz="6000" b="1">
                <a:solidFill>
                  <a:srgbClr val="00A6E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8CD21CC-038F-084D-86A0-F56D478F1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4015578"/>
            <a:ext cx="11306175" cy="115517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3000" b="1">
                <a:solidFill>
                  <a:srgbClr val="00A6E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3F878E-DE03-2942-B907-3CF8B4BF5BA7}"/>
              </a:ext>
            </a:extLst>
          </p:cNvPr>
          <p:cNvSpPr/>
          <p:nvPr userDrawn="1"/>
        </p:nvSpPr>
        <p:spPr>
          <a:xfrm>
            <a:off x="0" y="0"/>
            <a:ext cx="12192000" cy="441325"/>
          </a:xfrm>
          <a:prstGeom prst="rect">
            <a:avLst/>
          </a:prstGeom>
          <a:solidFill>
            <a:srgbClr val="00A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5D9431-5C22-DF40-B12F-3B430B2D2A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5832091"/>
            <a:ext cx="568360" cy="67627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97678BD-869E-C64D-BBB5-DB38A6A8CF00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00A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FAD923B-E667-FD45-B41A-12791D221D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00A6E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9078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al Blu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8B09DB-0CE7-674F-8B4F-D3BDC1E1F58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A774C6-72B5-B54D-AFC5-BEDE6662B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024063"/>
            <a:ext cx="11306173" cy="1814024"/>
          </a:xfrm>
          <a:prstGeom prst="rect">
            <a:avLst/>
          </a:prstGeom>
        </p:spPr>
        <p:txBody>
          <a:bodyPr lIns="0" rIns="90000"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8CD21CC-038F-084D-86A0-F56D478F1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4015578"/>
            <a:ext cx="11306173" cy="115517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3000" b="1">
                <a:solidFill>
                  <a:srgbClr val="00A6E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3F878E-DE03-2942-B907-3CF8B4BF5BA7}"/>
              </a:ext>
            </a:extLst>
          </p:cNvPr>
          <p:cNvSpPr/>
          <p:nvPr userDrawn="1"/>
        </p:nvSpPr>
        <p:spPr>
          <a:xfrm>
            <a:off x="0" y="1"/>
            <a:ext cx="12192000" cy="452699"/>
          </a:xfrm>
          <a:prstGeom prst="rect">
            <a:avLst/>
          </a:prstGeom>
          <a:solidFill>
            <a:srgbClr val="00A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B24E7D-7F6A-0541-9FC9-D284AAA243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5832091"/>
            <a:ext cx="568360" cy="67627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1441CAE-3F74-A749-B92B-BA7301BD3CC4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00A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A6E2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3986C3D8-75F2-AF4D-852E-617DA34AB6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00A6E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024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al Purpl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8B09DB-0CE7-674F-8B4F-D3BDC1E1F58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821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A774C6-72B5-B54D-AFC5-BEDE6662B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024063"/>
            <a:ext cx="11306173" cy="1814024"/>
          </a:xfrm>
          <a:prstGeom prst="rect">
            <a:avLst/>
          </a:prstGeom>
        </p:spPr>
        <p:txBody>
          <a:bodyPr lIns="0" rIns="90000"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8CD21CC-038F-084D-86A0-F56D478F1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4015578"/>
            <a:ext cx="11306173" cy="115517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3000" b="1">
                <a:solidFill>
                  <a:srgbClr val="C7017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69F709-E7C3-C149-A260-3C4BD44CD5DB}"/>
              </a:ext>
            </a:extLst>
          </p:cNvPr>
          <p:cNvSpPr/>
          <p:nvPr userDrawn="1"/>
        </p:nvSpPr>
        <p:spPr>
          <a:xfrm>
            <a:off x="0" y="1"/>
            <a:ext cx="12192000" cy="452699"/>
          </a:xfrm>
          <a:prstGeom prst="rect">
            <a:avLst/>
          </a:prstGeom>
          <a:solidFill>
            <a:srgbClr val="C701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C6C068-799F-5647-86FD-975D93E27D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5832091"/>
            <a:ext cx="568360" cy="67627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9635ED3-5E00-7F4E-9AE5-AF4B24A44CF5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C701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A6E2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7A12D8D-2172-A24B-A568-26FC3B4B28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C7017F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24682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Orang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8B09DB-0CE7-674F-8B4F-D3BDC1E1F58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BB3F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A774C6-72B5-B54D-AFC5-BEDE6662B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1989138"/>
            <a:ext cx="11306173" cy="1848949"/>
          </a:xfrm>
          <a:prstGeom prst="rect">
            <a:avLst/>
          </a:prstGeom>
        </p:spPr>
        <p:txBody>
          <a:bodyPr lIns="0" rIns="90000"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8CD21CC-038F-084D-86A0-F56D478F1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4015578"/>
            <a:ext cx="11306175" cy="115517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3000" b="1">
                <a:solidFill>
                  <a:srgbClr val="F07D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D2627D-3696-4F4C-8BC6-79103D22C236}"/>
              </a:ext>
            </a:extLst>
          </p:cNvPr>
          <p:cNvSpPr/>
          <p:nvPr userDrawn="1"/>
        </p:nvSpPr>
        <p:spPr>
          <a:xfrm>
            <a:off x="0" y="1"/>
            <a:ext cx="12192000" cy="452699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871FCE-6DA7-5549-92C6-554D5232A2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5832091"/>
            <a:ext cx="568360" cy="6762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40039B7-FA62-F24C-BCFF-BA21679AD8B7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A6E2"/>
              </a:solidFill>
            </a:endParaRP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E8DC3CBE-2843-1642-BD7A-5C7A9BC16E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F07D00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1654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Purpl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8B09DB-0CE7-674F-8B4F-D3BDC1E1F58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C701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A774C6-72B5-B54D-AFC5-BEDE6662B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024063"/>
            <a:ext cx="11306173" cy="1814024"/>
          </a:xfrm>
          <a:prstGeom prst="rect">
            <a:avLst/>
          </a:prstGeom>
        </p:spPr>
        <p:txBody>
          <a:bodyPr lIns="0" rIns="90000"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8CD21CC-038F-084D-86A0-F56D478F1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4015578"/>
            <a:ext cx="11306173" cy="115517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3000" b="1">
                <a:solidFill>
                  <a:srgbClr val="821E6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867788-B905-9E45-B992-B2C5D2894330}"/>
              </a:ext>
            </a:extLst>
          </p:cNvPr>
          <p:cNvSpPr/>
          <p:nvPr userDrawn="1"/>
        </p:nvSpPr>
        <p:spPr>
          <a:xfrm>
            <a:off x="0" y="1"/>
            <a:ext cx="12192000" cy="452699"/>
          </a:xfrm>
          <a:prstGeom prst="rect">
            <a:avLst/>
          </a:prstGeom>
          <a:solidFill>
            <a:srgbClr val="821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651983-37A2-2345-917B-4559D70F43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5832091"/>
            <a:ext cx="568360" cy="6762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89B5E4C-2015-A748-95FB-CF22799B0CD6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821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A6E2"/>
              </a:solidFill>
            </a:endParaRP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946CC34B-1499-F541-84B4-B09C59E3E2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821E69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68365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ual Green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8B09DB-0CE7-674F-8B4F-D3BDC1E1F58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6D95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A774C6-72B5-B54D-AFC5-BEDE6662B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024063"/>
            <a:ext cx="11306173" cy="1814024"/>
          </a:xfrm>
          <a:prstGeom prst="rect">
            <a:avLst/>
          </a:prstGeom>
        </p:spPr>
        <p:txBody>
          <a:bodyPr lIns="0" rIns="90000"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8CD21CC-038F-084D-86A0-F56D478F1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4015578"/>
            <a:ext cx="11306173" cy="115517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3000" b="1">
                <a:solidFill>
                  <a:srgbClr val="C7D53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3AFFF2-502D-054E-B5DC-66A77A6B8A6E}"/>
              </a:ext>
            </a:extLst>
          </p:cNvPr>
          <p:cNvSpPr/>
          <p:nvPr userDrawn="1"/>
        </p:nvSpPr>
        <p:spPr>
          <a:xfrm>
            <a:off x="0" y="1"/>
            <a:ext cx="12192000" cy="452699"/>
          </a:xfrm>
          <a:prstGeom prst="rect">
            <a:avLst/>
          </a:prstGeom>
          <a:solidFill>
            <a:srgbClr val="C7D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73C732-A419-E840-970E-326B7FDD46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5832091"/>
            <a:ext cx="568360" cy="6762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D91E44-21DE-A842-8B5E-6AD38E86E746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C7D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A6E2"/>
              </a:solidFill>
            </a:endParaRP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69BF5122-5B53-AF4A-BB6D-678ABD2D40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C7D533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26012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ual Orang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8B09DB-0CE7-674F-8B4F-D3BDC1E1F58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A774C6-72B5-B54D-AFC5-BEDE6662B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024063"/>
            <a:ext cx="11306173" cy="1814024"/>
          </a:xfrm>
          <a:prstGeom prst="rect">
            <a:avLst/>
          </a:prstGeom>
        </p:spPr>
        <p:txBody>
          <a:bodyPr lIns="0" rIns="90000"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8CD21CC-038F-084D-86A0-F56D478F1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4015578"/>
            <a:ext cx="11306173" cy="115517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3000" b="1">
                <a:solidFill>
                  <a:srgbClr val="BB3F0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898AC0-B7CB-074A-816A-237E0E868E59}"/>
              </a:ext>
            </a:extLst>
          </p:cNvPr>
          <p:cNvSpPr/>
          <p:nvPr userDrawn="1"/>
        </p:nvSpPr>
        <p:spPr>
          <a:xfrm>
            <a:off x="0" y="1"/>
            <a:ext cx="12192000" cy="452699"/>
          </a:xfrm>
          <a:prstGeom prst="rect">
            <a:avLst/>
          </a:prstGeom>
          <a:solidFill>
            <a:srgbClr val="BB3F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A60D5D-4AC5-424B-9227-98890EF546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5832091"/>
            <a:ext cx="568360" cy="6762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3636DE5-A460-F448-BC8B-A823C89548EA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BB3F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A6E2"/>
              </a:solidFill>
            </a:endParaRP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0E93626E-75D3-2946-9E24-B1657D8181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BB3F07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62473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ual Orang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8B09DB-0CE7-674F-8B4F-D3BDC1E1F58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9E0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A774C6-72B5-B54D-AFC5-BEDE6662B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024063"/>
            <a:ext cx="11306173" cy="1814024"/>
          </a:xfrm>
          <a:prstGeom prst="rect">
            <a:avLst/>
          </a:prstGeom>
        </p:spPr>
        <p:txBody>
          <a:bodyPr lIns="0" rIns="90000"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8CD21CC-038F-084D-86A0-F56D478F1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4015578"/>
            <a:ext cx="11306173" cy="115517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3000" b="1">
                <a:solidFill>
                  <a:srgbClr val="E6005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898AC0-B7CB-074A-816A-237E0E868E59}"/>
              </a:ext>
            </a:extLst>
          </p:cNvPr>
          <p:cNvSpPr/>
          <p:nvPr userDrawn="1"/>
        </p:nvSpPr>
        <p:spPr>
          <a:xfrm>
            <a:off x="0" y="1"/>
            <a:ext cx="12192000" cy="452699"/>
          </a:xfrm>
          <a:prstGeom prst="rect">
            <a:avLst/>
          </a:prstGeom>
          <a:solidFill>
            <a:srgbClr val="E60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A60D5D-4AC5-424B-9227-98890EF546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5832091"/>
            <a:ext cx="568360" cy="6762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3636DE5-A460-F448-BC8B-A823C89548EA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BB3F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A6E2"/>
              </a:solidFill>
            </a:endParaRP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0E93626E-75D3-2946-9E24-B1657D8181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E6005B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99656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sual Orang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8B09DB-0CE7-674F-8B4F-D3BDC1E1F58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EC6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A774C6-72B5-B54D-AFC5-BEDE6662B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024063"/>
            <a:ext cx="11306173" cy="1814024"/>
          </a:xfrm>
          <a:prstGeom prst="rect">
            <a:avLst/>
          </a:prstGeom>
        </p:spPr>
        <p:txBody>
          <a:bodyPr lIns="0" rIns="90000"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8CD21CC-038F-084D-86A0-F56D478F1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4015578"/>
            <a:ext cx="11306173" cy="115517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3000" b="1">
                <a:solidFill>
                  <a:srgbClr val="E6005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898AC0-B7CB-074A-816A-237E0E868E59}"/>
              </a:ext>
            </a:extLst>
          </p:cNvPr>
          <p:cNvSpPr/>
          <p:nvPr userDrawn="1"/>
        </p:nvSpPr>
        <p:spPr>
          <a:xfrm>
            <a:off x="0" y="1"/>
            <a:ext cx="12192000" cy="452699"/>
          </a:xfrm>
          <a:prstGeom prst="rect">
            <a:avLst/>
          </a:prstGeom>
          <a:solidFill>
            <a:srgbClr val="E60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A60D5D-4AC5-424B-9227-98890EF546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5832091"/>
            <a:ext cx="568360" cy="6762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3636DE5-A460-F448-BC8B-A823C89548EA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BB3F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A6E2"/>
              </a:solidFill>
            </a:endParaRP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0E93626E-75D3-2946-9E24-B1657D8181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E6005B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795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sual Orang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8B09DB-0CE7-674F-8B4F-D3BDC1E1F58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6F62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A774C6-72B5-B54D-AFC5-BEDE6662B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024063"/>
            <a:ext cx="11306173" cy="1814024"/>
          </a:xfrm>
          <a:prstGeom prst="rect">
            <a:avLst/>
          </a:prstGeom>
        </p:spPr>
        <p:txBody>
          <a:bodyPr lIns="0" rIns="90000"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8CD21CC-038F-084D-86A0-F56D478F1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3" y="4015578"/>
            <a:ext cx="11306173" cy="115517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3000" b="1">
                <a:solidFill>
                  <a:srgbClr val="B5B0A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898AC0-B7CB-074A-816A-237E0E868E59}"/>
              </a:ext>
            </a:extLst>
          </p:cNvPr>
          <p:cNvSpPr/>
          <p:nvPr userDrawn="1"/>
        </p:nvSpPr>
        <p:spPr>
          <a:xfrm>
            <a:off x="0" y="1"/>
            <a:ext cx="12192000" cy="452699"/>
          </a:xfrm>
          <a:prstGeom prst="rect">
            <a:avLst/>
          </a:prstGeom>
          <a:solidFill>
            <a:srgbClr val="B5B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A60D5D-4AC5-424B-9227-98890EF546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5832091"/>
            <a:ext cx="568360" cy="6762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3636DE5-A460-F448-BC8B-A823C89548EA}"/>
              </a:ext>
            </a:extLst>
          </p:cNvPr>
          <p:cNvSpPr/>
          <p:nvPr userDrawn="1"/>
        </p:nvSpPr>
        <p:spPr>
          <a:xfrm>
            <a:off x="0" y="6742113"/>
            <a:ext cx="12191999" cy="125999"/>
          </a:xfrm>
          <a:prstGeom prst="rect">
            <a:avLst/>
          </a:prstGeom>
          <a:solidFill>
            <a:srgbClr val="BB3F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A6E2"/>
              </a:solidFill>
            </a:endParaRP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0E93626E-75D3-2946-9E24-B1657D8181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5387" y="6057900"/>
            <a:ext cx="5473699" cy="368888"/>
          </a:xfrm>
          <a:prstGeom prst="rect">
            <a:avLst/>
          </a:prstGeo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1800">
                <a:solidFill>
                  <a:srgbClr val="B5B0A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12040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73252D-FA87-8946-98E6-F10F7EFB191B}"/>
              </a:ext>
            </a:extLst>
          </p:cNvPr>
          <p:cNvSpPr/>
          <p:nvPr userDrawn="1"/>
        </p:nvSpPr>
        <p:spPr>
          <a:xfrm>
            <a:off x="0" y="441326"/>
            <a:ext cx="12191999" cy="6300786"/>
          </a:xfrm>
          <a:prstGeom prst="rect">
            <a:avLst/>
          </a:prstGeom>
          <a:solidFill>
            <a:srgbClr val="E6005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6005B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6BD13E-6F12-BA45-881A-F273DAED03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800100"/>
            <a:ext cx="3427412" cy="10099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E1A0BD-8134-9B4A-AE3E-E7C0EECCD029}"/>
              </a:ext>
            </a:extLst>
          </p:cNvPr>
          <p:cNvSpPr txBox="1"/>
          <p:nvPr userDrawn="1"/>
        </p:nvSpPr>
        <p:spPr>
          <a:xfrm>
            <a:off x="442913" y="2301567"/>
            <a:ext cx="11306175" cy="181402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 fontScale="77500" lnSpcReduction="20000"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Thank you</a:t>
            </a:r>
          </a:p>
          <a:p>
            <a:pPr algn="ctr"/>
            <a:endParaRPr lang="en-US" sz="6000" b="1" dirty="0">
              <a:solidFill>
                <a:schemeClr val="bg1"/>
              </a:solidFill>
            </a:endParaRPr>
          </a:p>
          <a:p>
            <a:pPr algn="ctr"/>
            <a:r>
              <a:rPr lang="en-US" sz="6000" b="1" dirty="0">
                <a:solidFill>
                  <a:schemeClr val="bg1"/>
                </a:solidFill>
              </a:rPr>
              <a:t>chen.chen04@ntu.ac.uk</a:t>
            </a:r>
          </a:p>
        </p:txBody>
      </p:sp>
    </p:spTree>
    <p:extLst>
      <p:ext uri="{BB962C8B-B14F-4D97-AF65-F5344CB8AC3E}">
        <p14:creationId xmlns:p14="http://schemas.microsoft.com/office/powerpoint/2010/main" val="28724545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9818EEC-D27C-9844-8F9A-431793B5929C}"/>
              </a:ext>
            </a:extLst>
          </p:cNvPr>
          <p:cNvSpPr/>
          <p:nvPr userDrawn="1"/>
        </p:nvSpPr>
        <p:spPr>
          <a:xfrm>
            <a:off x="0" y="441325"/>
            <a:ext cx="12191999" cy="6300787"/>
          </a:xfrm>
          <a:prstGeom prst="rect">
            <a:avLst/>
          </a:prstGeom>
          <a:solidFill>
            <a:srgbClr val="6F625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3E8BC-7439-0742-A9FC-77BBB38EF7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800100"/>
            <a:ext cx="3427412" cy="10099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E62ECB-71C5-2342-A1AF-B7DAA1E1B964}"/>
              </a:ext>
            </a:extLst>
          </p:cNvPr>
          <p:cNvSpPr txBox="1"/>
          <p:nvPr userDrawn="1"/>
        </p:nvSpPr>
        <p:spPr>
          <a:xfrm>
            <a:off x="442913" y="2024062"/>
            <a:ext cx="11306175" cy="181402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l"/>
            <a:r>
              <a:rPr lang="en-US" sz="60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394931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B90F54-2FD9-B744-B972-C1D92C843C23}"/>
              </a:ext>
            </a:extLst>
          </p:cNvPr>
          <p:cNvSpPr/>
          <p:nvPr userDrawn="1"/>
        </p:nvSpPr>
        <p:spPr>
          <a:xfrm>
            <a:off x="1" y="431386"/>
            <a:ext cx="12191999" cy="6300787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446B3-A205-CB44-8165-EDDF1073E3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800100"/>
            <a:ext cx="3427412" cy="10099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96A658-0183-444F-91C4-2F380978AAE1}"/>
              </a:ext>
            </a:extLst>
          </p:cNvPr>
          <p:cNvSpPr txBox="1"/>
          <p:nvPr userDrawn="1"/>
        </p:nvSpPr>
        <p:spPr>
          <a:xfrm>
            <a:off x="529349" y="2351608"/>
            <a:ext cx="11306175" cy="181402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 fontScale="77500" lnSpcReduction="20000"/>
          </a:bodyPr>
          <a:lstStyle/>
          <a:p>
            <a:pPr algn="ctr"/>
            <a:r>
              <a:rPr lang="en-US" sz="6000" b="1" dirty="0">
                <a:solidFill>
                  <a:srgbClr val="E6005B"/>
                </a:solidFill>
              </a:rPr>
              <a:t>Thank you</a:t>
            </a:r>
          </a:p>
          <a:p>
            <a:pPr algn="ctr"/>
            <a:endParaRPr lang="en-US" sz="6000" b="1" dirty="0">
              <a:solidFill>
                <a:srgbClr val="E6005B"/>
              </a:solidFill>
            </a:endParaRPr>
          </a:p>
          <a:p>
            <a:pPr algn="ctr"/>
            <a:r>
              <a:rPr lang="en-US" sz="6000" b="1" dirty="0">
                <a:solidFill>
                  <a:srgbClr val="E6005B"/>
                </a:solidFill>
              </a:rPr>
              <a:t>chen.chen04@ntu.ac.uk</a:t>
            </a:r>
          </a:p>
        </p:txBody>
      </p:sp>
    </p:spTree>
    <p:extLst>
      <p:ext uri="{BB962C8B-B14F-4D97-AF65-F5344CB8AC3E}">
        <p14:creationId xmlns:p14="http://schemas.microsoft.com/office/powerpoint/2010/main" val="165962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8E3CDC0-E15C-3D43-A94A-65D5EBAC0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2" y="1989139"/>
            <a:ext cx="11306175" cy="406876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Placeholder 10">
            <a:extLst>
              <a:ext uri="{FF2B5EF4-FFF2-40B4-BE49-F238E27FC236}">
                <a16:creationId xmlns:a16="http://schemas.microsoft.com/office/drawing/2014/main" id="{CB133162-9D93-054D-BEB3-A08241D4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800100"/>
            <a:ext cx="11306175" cy="10017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76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82" r:id="rId3"/>
    <p:sldLayoutId id="2147483652" r:id="rId4"/>
    <p:sldLayoutId id="2147483676" r:id="rId5"/>
    <p:sldLayoutId id="2147483670" r:id="rId6"/>
    <p:sldLayoutId id="2147483684" r:id="rId7"/>
    <p:sldLayoutId id="2147483659" r:id="rId8"/>
    <p:sldLayoutId id="2147483653" r:id="rId9"/>
    <p:sldLayoutId id="2147483679" r:id="rId10"/>
    <p:sldLayoutId id="2147483680" r:id="rId11"/>
    <p:sldLayoutId id="2147483677" r:id="rId12"/>
    <p:sldLayoutId id="2147483678" r:id="rId13"/>
    <p:sldLayoutId id="2147483683" r:id="rId14"/>
    <p:sldLayoutId id="2147483651" r:id="rId15"/>
    <p:sldLayoutId id="2147483669" r:id="rId16"/>
    <p:sldLayoutId id="2147483662" r:id="rId17"/>
    <p:sldLayoutId id="2147483667" r:id="rId18"/>
    <p:sldLayoutId id="2147483663" r:id="rId19"/>
    <p:sldLayoutId id="2147483661" r:id="rId20"/>
    <p:sldLayoutId id="2147483668" r:id="rId21"/>
    <p:sldLayoutId id="2147483660" r:id="rId22"/>
    <p:sldLayoutId id="2147483687" r:id="rId23"/>
    <p:sldLayoutId id="2147483688" r:id="rId24"/>
    <p:sldLayoutId id="2147483689" r:id="rId25"/>
    <p:sldLayoutId id="2147483658" r:id="rId26"/>
    <p:sldLayoutId id="2147483686" r:id="rId27"/>
    <p:sldLayoutId id="2147483685" r:id="rId28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rgbClr val="E6005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E6005B"/>
        </a:buClr>
        <a:buFont typeface="Wingdings" pitchFamily="2" charset="2"/>
        <a:buChar char="§"/>
        <a:defRPr sz="2500" b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E6005B"/>
        </a:buClr>
        <a:buFont typeface="Wingdings" pitchFamily="2" charset="2"/>
        <a:buChar char="§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E6005B"/>
        </a:buClr>
        <a:buFont typeface="Wingdings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E6005B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E6005B"/>
        </a:buClr>
        <a:buFont typeface="Wingdings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 userDrawn="1">
          <p15:clr>
            <a:srgbClr val="A4A3A4"/>
          </p15:clr>
        </p15:guide>
        <p15:guide id="2" orient="horz" pos="278" userDrawn="1">
          <p15:clr>
            <a:srgbClr val="A4A3A4"/>
          </p15:clr>
        </p15:guide>
        <p15:guide id="3" pos="2502" userDrawn="1">
          <p15:clr>
            <a:srgbClr val="A4A3A4"/>
          </p15:clr>
        </p15:guide>
        <p15:guide id="4" pos="2729" userDrawn="1">
          <p15:clr>
            <a:srgbClr val="A4A3A4"/>
          </p15:clr>
        </p15:guide>
        <p15:guide id="5" pos="4951" userDrawn="1">
          <p15:clr>
            <a:srgbClr val="A4A3A4"/>
          </p15:clr>
        </p15:guide>
        <p15:guide id="6" pos="5178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04" userDrawn="1">
          <p15:clr>
            <a:srgbClr val="A4A3A4"/>
          </p15:clr>
        </p15:guide>
        <p15:guide id="9" orient="horz" pos="3816" userDrawn="1">
          <p15:clr>
            <a:srgbClr val="A4A3A4"/>
          </p15:clr>
        </p15:guide>
        <p15:guide id="10" orient="horz" pos="4042" userDrawn="1">
          <p15:clr>
            <a:srgbClr val="A4A3A4"/>
          </p15:clr>
        </p15:guide>
        <p15:guide id="11" pos="3727" userDrawn="1">
          <p15:clr>
            <a:srgbClr val="A4A3A4"/>
          </p15:clr>
        </p15:guide>
        <p15:guide id="12" pos="3953" userDrawn="1">
          <p15:clr>
            <a:srgbClr val="A4A3A4"/>
          </p15:clr>
        </p15:guide>
        <p15:guide id="13" orient="horz" pos="3589" userDrawn="1">
          <p15:clr>
            <a:srgbClr val="A4A3A4"/>
          </p15:clr>
        </p15:guide>
        <p15:guide id="14" orient="horz" pos="1139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poch.ai/data-insights/ai-chip-productio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FoundationAgents/MetaGPT" TargetMode="External"/><Relationship Id="rId4" Type="http://schemas.openxmlformats.org/officeDocument/2006/relationships/hyperlink" Target="https://github.com/LouisShark/chatgpt_system_prompt/tree/main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77C1C-DC5E-464D-8E5D-9F1A86CDD6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GB" b="0" dirty="0"/>
            </a:br>
            <a:r>
              <a:rPr lang="en-US" b="0" dirty="0"/>
              <a:t>Efficient Request Scheduler for LLM Inference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77A979-F57A-8144-9955-D74341C3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026" y="4484872"/>
            <a:ext cx="11306175" cy="1746593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Chen </a:t>
            </a:r>
            <a:r>
              <a:rPr lang="en-US" i="1" dirty="0" err="1">
                <a:solidFill>
                  <a:schemeClr val="bg1"/>
                </a:solidFill>
              </a:rPr>
              <a:t>Chen</a:t>
            </a:r>
            <a:r>
              <a:rPr lang="en-US" i="1" dirty="0">
                <a:solidFill>
                  <a:schemeClr val="bg1"/>
                </a:solidFill>
              </a:rPr>
              <a:t> (Nottingham Trent University), </a:t>
            </a:r>
          </a:p>
          <a:p>
            <a:r>
              <a:rPr lang="en-US" i="1" dirty="0">
                <a:solidFill>
                  <a:schemeClr val="bg1"/>
                </a:solidFill>
              </a:rPr>
              <a:t>Lei jiao (University of Oregon),</a:t>
            </a:r>
          </a:p>
          <a:p>
            <a:r>
              <a:rPr lang="en-US" i="1" dirty="0">
                <a:solidFill>
                  <a:schemeClr val="bg1"/>
                </a:solidFill>
              </a:rPr>
              <a:t>Richard Mortier (University of Cambridge) </a:t>
            </a:r>
          </a:p>
          <a:p>
            <a:r>
              <a:rPr lang="en-US" i="1" dirty="0">
                <a:solidFill>
                  <a:schemeClr val="bg1"/>
                </a:solidFill>
              </a:rPr>
              <a:t>22nd April, 2026</a:t>
            </a:r>
          </a:p>
        </p:txBody>
      </p:sp>
    </p:spTree>
    <p:extLst>
      <p:ext uri="{BB962C8B-B14F-4D97-AF65-F5344CB8AC3E}">
        <p14:creationId xmlns:p14="http://schemas.microsoft.com/office/powerpoint/2010/main" val="171647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E75352-4D9A-6481-CBB3-78C540B08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846" y="2290233"/>
            <a:ext cx="8754308" cy="1001983"/>
          </a:xfrm>
        </p:spPr>
        <p:txBody>
          <a:bodyPr/>
          <a:lstStyle/>
          <a:p>
            <a:pPr algn="ctr"/>
            <a:r>
              <a:rPr lang="en-US" dirty="0"/>
              <a:t>Background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F74A4-2634-2A55-B2AA-285D2E7262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73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54">
            <a:extLst>
              <a:ext uri="{FF2B5EF4-FFF2-40B4-BE49-F238E27FC236}">
                <a16:creationId xmlns:a16="http://schemas.microsoft.com/office/drawing/2014/main" id="{79107E2F-755F-15BA-9B21-F6D52FED1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Stack</a:t>
            </a:r>
            <a:endParaRPr lang="en-GB" dirty="0"/>
          </a:p>
        </p:txBody>
      </p:sp>
      <p:pic>
        <p:nvPicPr>
          <p:cNvPr id="58" name="Content Placeholder 4">
            <a:extLst>
              <a:ext uri="{FF2B5EF4-FFF2-40B4-BE49-F238E27FC236}">
                <a16:creationId xmlns:a16="http://schemas.microsoft.com/office/drawing/2014/main" id="{9794335E-0E7B-A013-389F-96B4C2241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432" y="1459405"/>
            <a:ext cx="4453609" cy="446423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7B3008CF-1843-D7FC-1CCA-E92CF2010FB3}"/>
              </a:ext>
            </a:extLst>
          </p:cNvPr>
          <p:cNvSpPr txBox="1"/>
          <p:nvPr/>
        </p:nvSpPr>
        <p:spPr>
          <a:xfrm>
            <a:off x="8094984" y="1557456"/>
            <a:ext cx="3771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LLM-Based applications</a:t>
            </a:r>
            <a:endParaRPr lang="en-GB" sz="24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CB0170-E7C9-C80B-3FBF-96FD737843DB}"/>
              </a:ext>
            </a:extLst>
          </p:cNvPr>
          <p:cNvSpPr txBox="1"/>
          <p:nvPr/>
        </p:nvSpPr>
        <p:spPr>
          <a:xfrm>
            <a:off x="8094984" y="2792088"/>
            <a:ext cx="37714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LLM Engines</a:t>
            </a:r>
          </a:p>
          <a:p>
            <a:r>
              <a:rPr lang="en-US" sz="2400" dirty="0"/>
              <a:t>(LLM inference)</a:t>
            </a:r>
            <a:endParaRPr lang="en-GB" sz="2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F76A5B-4D4C-57EA-4C1D-55FCD3CBB328}"/>
              </a:ext>
            </a:extLst>
          </p:cNvPr>
          <p:cNvSpPr txBox="1"/>
          <p:nvPr/>
        </p:nvSpPr>
        <p:spPr>
          <a:xfrm>
            <a:off x="8094983" y="4246640"/>
            <a:ext cx="37714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Distributed Frameworks</a:t>
            </a:r>
          </a:p>
          <a:p>
            <a:r>
              <a:rPr lang="en-US" sz="2400" dirty="0"/>
              <a:t>(run distributed apps)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E8D7E0-3332-2C93-F321-78C2DBCC5D2D}"/>
              </a:ext>
            </a:extLst>
          </p:cNvPr>
          <p:cNvSpPr txBox="1"/>
          <p:nvPr/>
        </p:nvSpPr>
        <p:spPr>
          <a:xfrm>
            <a:off x="8094984" y="5285693"/>
            <a:ext cx="37714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Infra Layer </a:t>
            </a:r>
          </a:p>
          <a:p>
            <a:r>
              <a:rPr lang="en-US" sz="2400" dirty="0"/>
              <a:t>(allocate resources)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1972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C2F5B7-7EF9-EC2A-0BC6-01B750F5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AI demands growing fast</a:t>
            </a:r>
            <a:endParaRPr lang="en-GB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12EF07-D2BB-045B-7C2A-391646619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810" y="1755275"/>
            <a:ext cx="5944377" cy="43963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0DDF32-DF35-F132-3A99-8E1E9AE28A65}"/>
              </a:ext>
            </a:extLst>
          </p:cNvPr>
          <p:cNvSpPr txBox="1"/>
          <p:nvPr/>
        </p:nvSpPr>
        <p:spPr>
          <a:xfrm>
            <a:off x="3581492" y="6207735"/>
            <a:ext cx="5029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3"/>
              </a:rPr>
              <a:t>https://epoch.ai/data-insights/ai-chip-production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5700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8B5DC1-B910-ACA5-7D8F-C219687F2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2913" y="1437595"/>
            <a:ext cx="11306174" cy="3708400"/>
          </a:xfrm>
        </p:spPr>
        <p:txBody>
          <a:bodyPr/>
          <a:lstStyle/>
          <a:p>
            <a:r>
              <a:rPr lang="en-US" dirty="0"/>
              <a:t>LLM models are large – 30B-70B parameters for high performance, over 100B for frontier models.</a:t>
            </a:r>
          </a:p>
          <a:p>
            <a:r>
              <a:rPr lang="en-US" dirty="0"/>
              <a:t>Inference is also resource-intensive, especially memory.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LLM applications inject system prompts to define the role and tune.</a:t>
            </a:r>
          </a:p>
          <a:p>
            <a:r>
              <a:rPr lang="en-US" dirty="0"/>
              <a:t>Prefill is GPU-heavy while decode is memory-heavy.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2BB0A-9A83-5FE3-6C47-164ECD65EE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101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52A044-A458-C6C0-6CC4-EB9F187F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memory go?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EC86E-DB92-4775-39C8-A0F8A7F478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97AAF2-46F2-7747-7D5A-093CB19AFE73}"/>
              </a:ext>
            </a:extLst>
          </p:cNvPr>
          <p:cNvSpPr/>
          <p:nvPr/>
        </p:nvSpPr>
        <p:spPr>
          <a:xfrm>
            <a:off x="1350389" y="2185416"/>
            <a:ext cx="3328416" cy="287050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164A1C-FA71-914D-0DDC-8CA18C2AE868}"/>
              </a:ext>
            </a:extLst>
          </p:cNvPr>
          <p:cNvSpPr/>
          <p:nvPr/>
        </p:nvSpPr>
        <p:spPr>
          <a:xfrm>
            <a:off x="1252728" y="2188594"/>
            <a:ext cx="1957399" cy="2870502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47BB6-2A7C-9469-A02C-677F6771C7B4}"/>
              </a:ext>
            </a:extLst>
          </p:cNvPr>
          <p:cNvSpPr txBox="1"/>
          <p:nvPr/>
        </p:nvSpPr>
        <p:spPr>
          <a:xfrm>
            <a:off x="1342416" y="2782111"/>
            <a:ext cx="1867711" cy="91926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r>
              <a:rPr lang="en-US" dirty="0"/>
              <a:t>Model parameters (24GB, 60%)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3D24E-0CB5-7163-0500-25484F61F4CE}"/>
              </a:ext>
            </a:extLst>
          </p:cNvPr>
          <p:cNvSpPr txBox="1"/>
          <p:nvPr/>
        </p:nvSpPr>
        <p:spPr>
          <a:xfrm>
            <a:off x="1584246" y="5138637"/>
            <a:ext cx="2812656" cy="91926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r>
              <a:rPr lang="en-US" dirty="0"/>
              <a:t>A 12B LLM on A100-40GB, presume the KV cache is 4K context x 64 batches 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0ED98-9C34-E8E8-97E5-BF74D690A8AE}"/>
              </a:ext>
            </a:extLst>
          </p:cNvPr>
          <p:cNvSpPr/>
          <p:nvPr/>
        </p:nvSpPr>
        <p:spPr>
          <a:xfrm>
            <a:off x="3217132" y="2209816"/>
            <a:ext cx="1453699" cy="211187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1D60EF-CD7F-BD8C-F3CC-DDF686946B90}"/>
              </a:ext>
            </a:extLst>
          </p:cNvPr>
          <p:cNvSpPr txBox="1"/>
          <p:nvPr/>
        </p:nvSpPr>
        <p:spPr>
          <a:xfrm>
            <a:off x="3330112" y="2782111"/>
            <a:ext cx="1503799" cy="91034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r>
              <a:rPr lang="en-US" dirty="0"/>
              <a:t>KV Cache (12GB, 30%)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33FD63-65FD-3249-6A0C-88C5C45B67B2}"/>
              </a:ext>
            </a:extLst>
          </p:cNvPr>
          <p:cNvSpPr txBox="1"/>
          <p:nvPr/>
        </p:nvSpPr>
        <p:spPr>
          <a:xfrm>
            <a:off x="3621668" y="4549351"/>
            <a:ext cx="860091" cy="27890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r>
              <a:rPr lang="en-US" dirty="0"/>
              <a:t>Others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DA432E-F947-5159-39F0-787C5FF99748}"/>
              </a:ext>
            </a:extLst>
          </p:cNvPr>
          <p:cNvSpPr/>
          <p:nvPr/>
        </p:nvSpPr>
        <p:spPr>
          <a:xfrm>
            <a:off x="5072878" y="2155682"/>
            <a:ext cx="888912" cy="368888"/>
          </a:xfrm>
          <a:prstGeom prst="rect">
            <a:avLst/>
          </a:prstGeom>
          <a:solidFill>
            <a:srgbClr val="FFFF66"/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Where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57A9D5-F81F-577B-111A-2DCF76F8FCA2}"/>
              </a:ext>
            </a:extLst>
          </p:cNvPr>
          <p:cNvSpPr/>
          <p:nvPr/>
        </p:nvSpPr>
        <p:spPr>
          <a:xfrm>
            <a:off x="5961789" y="2155682"/>
            <a:ext cx="888912" cy="368888"/>
          </a:xfrm>
          <a:prstGeom prst="rect">
            <a:avLst/>
          </a:prstGeom>
          <a:solidFill>
            <a:srgbClr val="FFFF66"/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 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803D34-A8F5-3F76-FA93-9817F42F3CE4}"/>
              </a:ext>
            </a:extLst>
          </p:cNvPr>
          <p:cNvSpPr/>
          <p:nvPr/>
        </p:nvSpPr>
        <p:spPr>
          <a:xfrm>
            <a:off x="6850701" y="2155682"/>
            <a:ext cx="888912" cy="368888"/>
          </a:xfrm>
          <a:prstGeom prst="rect">
            <a:avLst/>
          </a:prstGeom>
          <a:solidFill>
            <a:srgbClr val="FFFF66"/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 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40917C-8027-EF66-357B-E0CCD515CB42}"/>
              </a:ext>
            </a:extLst>
          </p:cNvPr>
          <p:cNvSpPr/>
          <p:nvPr/>
        </p:nvSpPr>
        <p:spPr>
          <a:xfrm>
            <a:off x="7740970" y="2155682"/>
            <a:ext cx="888912" cy="368888"/>
          </a:xfrm>
          <a:prstGeom prst="rect">
            <a:avLst/>
          </a:prstGeom>
          <a:solidFill>
            <a:srgbClr val="FFFF66"/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capital  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E36486-5EE4-5995-9BE0-08A4E3220104}"/>
              </a:ext>
            </a:extLst>
          </p:cNvPr>
          <p:cNvSpPr/>
          <p:nvPr/>
        </p:nvSpPr>
        <p:spPr>
          <a:xfrm>
            <a:off x="8629882" y="2155682"/>
            <a:ext cx="888912" cy="368888"/>
          </a:xfrm>
          <a:prstGeom prst="rect">
            <a:avLst/>
          </a:prstGeom>
          <a:solidFill>
            <a:srgbClr val="FFFF66"/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of  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733021-C9F0-F9AE-1B64-1D30A4B68B29}"/>
              </a:ext>
            </a:extLst>
          </p:cNvPr>
          <p:cNvSpPr/>
          <p:nvPr/>
        </p:nvSpPr>
        <p:spPr>
          <a:xfrm>
            <a:off x="9518794" y="2155682"/>
            <a:ext cx="888912" cy="368888"/>
          </a:xfrm>
          <a:prstGeom prst="rect">
            <a:avLst/>
          </a:prstGeom>
          <a:solidFill>
            <a:srgbClr val="FFFF66"/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UK  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42457C-9274-2A7F-BB57-8D39C68532D7}"/>
              </a:ext>
            </a:extLst>
          </p:cNvPr>
          <p:cNvSpPr/>
          <p:nvPr/>
        </p:nvSpPr>
        <p:spPr>
          <a:xfrm>
            <a:off x="5072877" y="3167407"/>
            <a:ext cx="888912" cy="368888"/>
          </a:xfrm>
          <a:prstGeom prst="rect">
            <a:avLst/>
          </a:prstGeom>
          <a:solidFill>
            <a:srgbClr val="92D050"/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 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E6D9D6-092B-EC4D-9ACA-6CA351EDBA73}"/>
              </a:ext>
            </a:extLst>
          </p:cNvPr>
          <p:cNvSpPr/>
          <p:nvPr/>
        </p:nvSpPr>
        <p:spPr>
          <a:xfrm>
            <a:off x="5961790" y="3172513"/>
            <a:ext cx="888912" cy="368888"/>
          </a:xfrm>
          <a:prstGeom prst="rect">
            <a:avLst/>
          </a:prstGeom>
          <a:solidFill>
            <a:srgbClr val="92D050"/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capital  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AD47D-2537-DF3F-366C-4A112576BB12}"/>
              </a:ext>
            </a:extLst>
          </p:cNvPr>
          <p:cNvSpPr/>
          <p:nvPr/>
        </p:nvSpPr>
        <p:spPr>
          <a:xfrm>
            <a:off x="6833675" y="3167407"/>
            <a:ext cx="888912" cy="368888"/>
          </a:xfrm>
          <a:prstGeom prst="rect">
            <a:avLst/>
          </a:prstGeom>
          <a:solidFill>
            <a:srgbClr val="92D050"/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 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9019D5-3AA6-6D48-E912-B70AD7E98B18}"/>
              </a:ext>
            </a:extLst>
          </p:cNvPr>
          <p:cNvSpPr/>
          <p:nvPr/>
        </p:nvSpPr>
        <p:spPr>
          <a:xfrm>
            <a:off x="7722586" y="3167407"/>
            <a:ext cx="1022579" cy="368888"/>
          </a:xfrm>
          <a:prstGeom prst="rect">
            <a:avLst/>
          </a:prstGeom>
          <a:solidFill>
            <a:srgbClr val="92D050"/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London 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3540D97-E56D-F9C8-0109-C31FAB189EE9}"/>
              </a:ext>
            </a:extLst>
          </p:cNvPr>
          <p:cNvCxnSpPr/>
          <p:nvPr/>
        </p:nvCxnSpPr>
        <p:spPr>
          <a:xfrm flipH="1">
            <a:off x="5397500" y="2524570"/>
            <a:ext cx="5010206" cy="6428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EABE70D-D149-8698-3F26-A256569BCBAB}"/>
              </a:ext>
            </a:extLst>
          </p:cNvPr>
          <p:cNvSpPr/>
          <p:nvPr/>
        </p:nvSpPr>
        <p:spPr>
          <a:xfrm>
            <a:off x="5715366" y="4133269"/>
            <a:ext cx="5165510" cy="137732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1DD6B1-1999-F8EF-B0EC-B09B00AA315A}"/>
              </a:ext>
            </a:extLst>
          </p:cNvPr>
          <p:cNvSpPr txBox="1"/>
          <p:nvPr/>
        </p:nvSpPr>
        <p:spPr>
          <a:xfrm>
            <a:off x="5996903" y="4191000"/>
            <a:ext cx="4844708" cy="114441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 fontScale="92500"/>
          </a:bodyPr>
          <a:lstStyle/>
          <a:p>
            <a:r>
              <a:rPr lang="en-US" dirty="0"/>
              <a:t>KV cache stores the previous token embeddings:</a:t>
            </a:r>
          </a:p>
          <a:p>
            <a:r>
              <a:rPr lang="en-US" dirty="0"/>
              <a:t>40~50KB per token</a:t>
            </a:r>
          </a:p>
          <a:p>
            <a:endParaRPr lang="en-US" dirty="0"/>
          </a:p>
          <a:p>
            <a:r>
              <a:rPr lang="en-US" dirty="0"/>
              <a:t>A request can take a few hundreds MB to 1 GB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839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8" grpId="0" animBg="1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AAD83D-119B-6516-9A40-A824463CD7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Extending this caching concept across multiple requests, we call it prefix caching.</a:t>
            </a:r>
          </a:p>
          <a:p>
            <a:endParaRPr lang="en-US" dirty="0"/>
          </a:p>
          <a:p>
            <a:r>
              <a:rPr lang="en-US" dirty="0"/>
              <a:t>Different requests with identical prefixes can reuse the same cache of the prefix tokens.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98DBA9-0154-EDCC-7C88-214B7D11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 caching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2B85B-216F-6C94-F794-CAA6E5FF6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1691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9D0F9-1884-2311-FBE4-608380BE2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EE3DBE-1E3C-8375-849F-D9B9DC94D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846" y="2512786"/>
            <a:ext cx="8754308" cy="1001983"/>
          </a:xfrm>
        </p:spPr>
        <p:txBody>
          <a:bodyPr/>
          <a:lstStyle/>
          <a:p>
            <a:pPr algn="ctr"/>
            <a:r>
              <a:rPr lang="en-US" dirty="0"/>
              <a:t>Challenges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69F4D-8D77-D02C-52DD-3FAF6DCB75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99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D21408-2EDF-B491-4961-1A6D2A16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prompts are everywhere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B1D69-A14E-3FAA-9EFA-2466A381A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373" y="2033077"/>
            <a:ext cx="5207626" cy="36382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7F66E1-ED1A-21D2-F833-F7A47D58A18B}"/>
              </a:ext>
            </a:extLst>
          </p:cNvPr>
          <p:cNvSpPr txBox="1"/>
          <p:nvPr/>
        </p:nvSpPr>
        <p:spPr>
          <a:xfrm>
            <a:off x="1926020" y="1663745"/>
            <a:ext cx="5110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Examples of System prompts</a:t>
            </a:r>
            <a:endParaRPr lang="en-GB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2617F1-BA2E-6524-274A-2B06F4E5C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406" y="1687487"/>
            <a:ext cx="5306612" cy="39799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7CB3D0-C5A7-88CB-AFA8-50BE601085CB}"/>
              </a:ext>
            </a:extLst>
          </p:cNvPr>
          <p:cNvSpPr txBox="1"/>
          <p:nvPr/>
        </p:nvSpPr>
        <p:spPr>
          <a:xfrm>
            <a:off x="2514771" y="5667446"/>
            <a:ext cx="83403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hlinkClick r:id="rId4"/>
              </a:rPr>
              <a:t>https://github.com/LouisShark/chatgpt_system_prompt/tree/main</a:t>
            </a:r>
            <a:endParaRPr lang="en-GB" sz="1400" dirty="0"/>
          </a:p>
          <a:p>
            <a:r>
              <a:rPr lang="en-GB" sz="1400" dirty="0">
                <a:hlinkClick r:id="rId5"/>
              </a:rPr>
              <a:t>https://github.com/FoundationAgents/MetaGPT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93728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71755F-EDDF-F97F-C60E-661B4724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batching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89A1A-2B25-7A20-F3CE-CB862623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570" y="1802083"/>
            <a:ext cx="5295182" cy="44303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1F20E6-FE62-BA3B-CCE1-5495778AC76B}"/>
              </a:ext>
            </a:extLst>
          </p:cNvPr>
          <p:cNvSpPr txBox="1"/>
          <p:nvPr/>
        </p:nvSpPr>
        <p:spPr>
          <a:xfrm>
            <a:off x="6981371" y="2191657"/>
            <a:ext cx="3662439" cy="266579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requests get inserted (prefill)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Ongoing requests (decode) continue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scheduler mixes them into the same batch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24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F0951-065C-E2D4-DE1D-B05B7C428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8467A6-A7E2-6FCF-390D-A09DF261D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846" y="2512786"/>
            <a:ext cx="8754308" cy="1001983"/>
          </a:xfrm>
        </p:spPr>
        <p:txBody>
          <a:bodyPr/>
          <a:lstStyle/>
          <a:p>
            <a:pPr algn="ctr"/>
            <a:r>
              <a:rPr lang="en-US" dirty="0"/>
              <a:t>The idea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0130B-9A5D-5E0B-78AD-AFF4020915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885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723E21-29D8-B340-3CD6-50F6BD5DC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Aggregate requests in request groups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2A5219-C191-C436-D24D-4F80C1421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655" y="2221323"/>
            <a:ext cx="8470689" cy="370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9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5CEDAFF-371F-B56A-DC02-836E0F6CABA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42913" y="1989138"/>
                <a:ext cx="7183183" cy="3708400"/>
              </a:xfrm>
            </p:spPr>
            <p:txBody>
              <a:bodyPr/>
              <a:lstStyle/>
              <a:p>
                <a:r>
                  <a:rPr lang="en-US" dirty="0"/>
                  <a:t>prioritize requests with large generation ratio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𝑑𝑒𝑐𝑜𝑑𝑒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𝑝𝑟𝑒𝑓𝑖𝑙𝑙</m:t>
                            </m:r>
                          </m:sub>
                        </m:sSub>
                      </m:den>
                    </m:f>
                  </m:oMath>
                </a14:m>
                <a:endParaRPr lang="en-GB" sz="32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5CEDAFF-371F-B56A-DC02-836E0F6CAB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42913" y="1989138"/>
                <a:ext cx="7183183" cy="3708400"/>
              </a:xfrm>
              <a:blipFill>
                <a:blip r:embed="rId2"/>
                <a:stretch>
                  <a:fillRect l="-2547" t="-11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71C08B-8D34-7354-A021-0A0DB4A0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Maximize prefill and decode overlap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EA7E8-1DC9-762A-2AE8-D4C18E151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504" y="2640995"/>
            <a:ext cx="7809823" cy="405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10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06EA1-589E-DB66-DF3C-1A10DD117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11743B-3F57-AA28-0DCE-BCCC91BA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846" y="2512786"/>
            <a:ext cx="8754308" cy="1001983"/>
          </a:xfrm>
        </p:spPr>
        <p:txBody>
          <a:bodyPr/>
          <a:lstStyle/>
          <a:p>
            <a:pPr algn="ctr"/>
            <a:r>
              <a:rPr lang="en-US" dirty="0"/>
              <a:t>Performance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2B7EA-0F72-BB6F-5B61-77CFB60CC5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14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E0D970-3BB2-162B-4FB7-88F1AC10C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up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5C5CF-ABBE-FC6E-5255-CFA6884989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515FF5-31B9-A4E2-E550-6A12EE8FD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180707"/>
              </p:ext>
            </p:extLst>
          </p:nvPr>
        </p:nvGraphicFramePr>
        <p:xfrm>
          <a:off x="1611376" y="1880954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1018153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8431681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25745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Type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Dataset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Request size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40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Conversation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AlpacaEval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73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Question Q&amp;A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MS MARCO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102k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787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Code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Nl2bash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852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Math problem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Orca-math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017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Finance-alpaca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68.9k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8632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47AC41-18F0-45E8-25C5-BBC533AD1CD5}"/>
              </a:ext>
            </a:extLst>
          </p:cNvPr>
          <p:cNvSpPr txBox="1"/>
          <p:nvPr/>
        </p:nvSpPr>
        <p:spPr>
          <a:xfrm>
            <a:off x="1005840" y="4453128"/>
            <a:ext cx="8403336" cy="88696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r>
              <a:rPr lang="en-US" dirty="0"/>
              <a:t>Nvidia Jetson AGX Orin, Gemma-3-1B, Llama-3-1B, SmoiLM2-360M over </a:t>
            </a:r>
            <a:r>
              <a:rPr lang="en-US" dirty="0" err="1"/>
              <a:t>vLLM</a:t>
            </a:r>
            <a:r>
              <a:rPr lang="en-US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1228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DBF460C-CA59-3D7F-FCBF-83644C7B8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45" y="753562"/>
            <a:ext cx="3182775" cy="22962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5DBCDF-B4F5-40A0-E1BF-41C7F6AF7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613" y="753562"/>
            <a:ext cx="3182773" cy="22962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4A252A-3296-E719-7CC4-BAC59F6D6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13" y="3132029"/>
            <a:ext cx="2887037" cy="33164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0AE511-1B4D-66C4-71A8-2E9FE308C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4613" y="3132029"/>
            <a:ext cx="2887038" cy="33164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F91A40-EDA4-2C5E-CC81-2006CABD24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547510"/>
            <a:ext cx="2783851" cy="26299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B7521-6E32-FF71-2115-4B832E9CD9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9607" y="3391199"/>
            <a:ext cx="2649543" cy="264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25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668ED-B240-F698-FCFD-80BBC7FD5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364ED5-E448-B58D-6BF4-7D4AEA23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846" y="2512786"/>
            <a:ext cx="8754308" cy="1001983"/>
          </a:xfrm>
        </p:spPr>
        <p:txBody>
          <a:bodyPr/>
          <a:lstStyle/>
          <a:p>
            <a:pPr algn="ctr"/>
            <a:r>
              <a:rPr lang="en-US" dirty="0"/>
              <a:t>Future work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E064A-DF4C-6CDF-FE38-47CCD937C3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042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0DDE6C-0016-4695-D0AB-CBC7DF770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300" y="1574800"/>
            <a:ext cx="11306174" cy="3708400"/>
          </a:xfrm>
        </p:spPr>
        <p:txBody>
          <a:bodyPr/>
          <a:lstStyle/>
          <a:p>
            <a:r>
              <a:rPr lang="en-US" dirty="0"/>
              <a:t>Can we </a:t>
            </a:r>
            <a:r>
              <a:rPr lang="en-US"/>
              <a:t>partition a </a:t>
            </a:r>
            <a:r>
              <a:rPr lang="en-US" dirty="0"/>
              <a:t>model into smaller components?</a:t>
            </a:r>
          </a:p>
          <a:p>
            <a:endParaRPr lang="en-US" dirty="0"/>
          </a:p>
          <a:p>
            <a:r>
              <a:rPr lang="en-US" dirty="0"/>
              <a:t>Can we make those components distributed?</a:t>
            </a:r>
          </a:p>
          <a:p>
            <a:endParaRPr lang="en-US" dirty="0"/>
          </a:p>
          <a:p>
            <a:r>
              <a:rPr lang="en-US" dirty="0"/>
              <a:t>Can we only scale the components that need to be scaled up/out?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69574-280A-506E-FFF6-53449DFE40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8027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08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TU3">
      <a:dk1>
        <a:srgbClr val="000000"/>
      </a:dk1>
      <a:lt1>
        <a:srgbClr val="FFFFFF"/>
      </a:lt1>
      <a:dk2>
        <a:srgbClr val="000000"/>
      </a:dk2>
      <a:lt2>
        <a:srgbClr val="E5E5E5"/>
      </a:lt2>
      <a:accent1>
        <a:srgbClr val="E5005B"/>
      </a:accent1>
      <a:accent2>
        <a:srgbClr val="9D043D"/>
      </a:accent2>
      <a:accent3>
        <a:srgbClr val="6D951A"/>
      </a:accent3>
      <a:accent4>
        <a:srgbClr val="00A6E1"/>
      </a:accent4>
      <a:accent5>
        <a:srgbClr val="F07C00"/>
      </a:accent5>
      <a:accent6>
        <a:srgbClr val="C7007F"/>
      </a:accent6>
      <a:hlink>
        <a:srgbClr val="005B94"/>
      </a:hlink>
      <a:folHlink>
        <a:srgbClr val="821D6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b" anchorCtr="0">
        <a:normAutofit/>
      </a:bodyPr>
      <a:lstStyle>
        <a:defPPr algn="r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48A64365211844BF30BC3ADD420261" ma:contentTypeVersion="11" ma:contentTypeDescription="Create a new document." ma:contentTypeScope="" ma:versionID="bf0b94b058452ed3cec91f89e664909d">
  <xsd:schema xmlns:xsd="http://www.w3.org/2001/XMLSchema" xmlns:xs="http://www.w3.org/2001/XMLSchema" xmlns:p="http://schemas.microsoft.com/office/2006/metadata/properties" xmlns:ns2="8dbe2aa3-3237-4830-85c4-3d48417ef302" xmlns:ns3="b317b901-4ab4-4161-80c3-da5df50c25bf" targetNamespace="http://schemas.microsoft.com/office/2006/metadata/properties" ma:root="true" ma:fieldsID="d988d784501c0b668dd73c0ebdbd98a4" ns2:_="" ns3:_="">
    <xsd:import namespace="8dbe2aa3-3237-4830-85c4-3d48417ef302"/>
    <xsd:import namespace="b317b901-4ab4-4161-80c3-da5df50c25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be2aa3-3237-4830-85c4-3d48417ef3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7b901-4ab4-4161-80c3-da5df50c25b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063616-57F3-4C87-BB7F-2974CF36DE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E4F038-6994-4608-A1EA-AF583DA06B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be2aa3-3237-4830-85c4-3d48417ef302"/>
    <ds:schemaRef ds:uri="b317b901-4ab4-4161-80c3-da5df50c25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F1859A-D475-4A9D-83E1-80A36DBA260F}">
  <ds:schemaRefs>
    <ds:schemaRef ds:uri="http://purl.org/dc/terms/"/>
    <ds:schemaRef ds:uri="b317b901-4ab4-4161-80c3-da5df50c25bf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8dbe2aa3-3237-4830-85c4-3d48417ef302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368</Words>
  <Application>Microsoft Office PowerPoint</Application>
  <PresentationFormat>Widescreen</PresentationFormat>
  <Paragraphs>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Wingdings</vt:lpstr>
      <vt:lpstr>Office Theme</vt:lpstr>
      <vt:lpstr> Efficient Request Scheduler for LLM Inference </vt:lpstr>
      <vt:lpstr>Background</vt:lpstr>
      <vt:lpstr>AI Stack</vt:lpstr>
      <vt:lpstr>AI demands growing fast</vt:lpstr>
      <vt:lpstr>PowerPoint Presentation</vt:lpstr>
      <vt:lpstr>Where does memory go?</vt:lpstr>
      <vt:lpstr>Prefix caching</vt:lpstr>
      <vt:lpstr>Challenges</vt:lpstr>
      <vt:lpstr>System prompts are everywhere</vt:lpstr>
      <vt:lpstr>Continuous batching</vt:lpstr>
      <vt:lpstr>The idea</vt:lpstr>
      <vt:lpstr>Aggregate requests in request groups</vt:lpstr>
      <vt:lpstr>Maximize prefill and decode overlap</vt:lpstr>
      <vt:lpstr>Performance</vt:lpstr>
      <vt:lpstr>Set up</vt:lpstr>
      <vt:lpstr>PowerPoint Presentation</vt:lpstr>
      <vt:lpstr>Future work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Kayleigh Meller</dc:creator>
  <cp:lastModifiedBy>Chen Chen</cp:lastModifiedBy>
  <cp:revision>109</cp:revision>
  <dcterms:created xsi:type="dcterms:W3CDTF">2020-08-07T10:40:47Z</dcterms:created>
  <dcterms:modified xsi:type="dcterms:W3CDTF">2026-04-22T09:04:42Z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0x010100E248A64365211844BF30BC3ADD420261</vt:lpwstr>
  </property>
</Properties>
</file>